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45A"/>
    <a:srgbClr val="B10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341" autoAdjust="0"/>
  </p:normalViewPr>
  <p:slideViewPr>
    <p:cSldViewPr snapToGrid="0">
      <p:cViewPr>
        <p:scale>
          <a:sx n="50" d="100"/>
          <a:sy n="50" d="100"/>
        </p:scale>
        <p:origin x="-356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neider Miguel" userId="edc340df-3076-41de-a4cb-06d04631cff4" providerId="ADAL" clId="{B83A4F97-F95D-462C-8A14-C92DB3EE3C5A}"/>
    <pc:docChg chg="modSld">
      <pc:chgData name="Schneider Miguel" userId="edc340df-3076-41de-a4cb-06d04631cff4" providerId="ADAL" clId="{B83A4F97-F95D-462C-8A14-C92DB3EE3C5A}" dt="2026-05-20T09:36:53.750" v="29" actId="20577"/>
      <pc:docMkLst>
        <pc:docMk/>
      </pc:docMkLst>
      <pc:sldChg chg="modSp mod">
        <pc:chgData name="Schneider Miguel" userId="edc340df-3076-41de-a4cb-06d04631cff4" providerId="ADAL" clId="{B83A4F97-F95D-462C-8A14-C92DB3EE3C5A}" dt="2026-05-20T09:36:53.750" v="29" actId="20577"/>
        <pc:sldMkLst>
          <pc:docMk/>
          <pc:sldMk cId="952689217" sldId="256"/>
        </pc:sldMkLst>
        <pc:spChg chg="mod">
          <ac:chgData name="Schneider Miguel" userId="edc340df-3076-41de-a4cb-06d04631cff4" providerId="ADAL" clId="{B83A4F97-F95D-462C-8A14-C92DB3EE3C5A}" dt="2026-05-20T09:36:48.030" v="28" actId="20577"/>
          <ac:spMkLst>
            <pc:docMk/>
            <pc:sldMk cId="952689217" sldId="256"/>
            <ac:spMk id="28" creationId="{0EB87E30-FFBE-1BC8-02B6-347EFF574D6E}"/>
          </ac:spMkLst>
        </pc:spChg>
        <pc:spChg chg="mod">
          <ac:chgData name="Schneider Miguel" userId="edc340df-3076-41de-a4cb-06d04631cff4" providerId="ADAL" clId="{B83A4F97-F95D-462C-8A14-C92DB3EE3C5A}" dt="2026-05-20T09:32:05.857" v="12" actId="20577"/>
          <ac:spMkLst>
            <pc:docMk/>
            <pc:sldMk cId="952689217" sldId="256"/>
            <ac:spMk id="30" creationId="{306B07DF-DAD7-1DF2-A9A0-A589EA658ECB}"/>
          </ac:spMkLst>
        </pc:spChg>
        <pc:spChg chg="mod">
          <ac:chgData name="Schneider Miguel" userId="edc340df-3076-41de-a4cb-06d04631cff4" providerId="ADAL" clId="{B83A4F97-F95D-462C-8A14-C92DB3EE3C5A}" dt="2026-05-20T09:34:44.184" v="24" actId="20577"/>
          <ac:spMkLst>
            <pc:docMk/>
            <pc:sldMk cId="952689217" sldId="256"/>
            <ac:spMk id="32" creationId="{2CAD9542-CC9F-736F-B72A-064AF3DECDFE}"/>
          </ac:spMkLst>
        </pc:spChg>
        <pc:spChg chg="mod">
          <ac:chgData name="Schneider Miguel" userId="edc340df-3076-41de-a4cb-06d04631cff4" providerId="ADAL" clId="{B83A4F97-F95D-462C-8A14-C92DB3EE3C5A}" dt="2026-05-20T09:34:34.324" v="19" actId="20577"/>
          <ac:spMkLst>
            <pc:docMk/>
            <pc:sldMk cId="952689217" sldId="256"/>
            <ac:spMk id="33" creationId="{98441E35-3894-C9B1-D784-2E7D16D016BC}"/>
          </ac:spMkLst>
        </pc:spChg>
        <pc:spChg chg="mod">
          <ac:chgData name="Schneider Miguel" userId="edc340df-3076-41de-a4cb-06d04631cff4" providerId="ADAL" clId="{B83A4F97-F95D-462C-8A14-C92DB3EE3C5A}" dt="2026-05-20T09:36:53.750" v="29" actId="20577"/>
          <ac:spMkLst>
            <pc:docMk/>
            <pc:sldMk cId="952689217" sldId="256"/>
            <ac:spMk id="35" creationId="{3C235B70-6843-7E60-07CE-BE53DB0EC2FF}"/>
          </ac:spMkLst>
        </pc:spChg>
        <pc:spChg chg="mod">
          <ac:chgData name="Schneider Miguel" userId="edc340df-3076-41de-a4cb-06d04631cff4" providerId="ADAL" clId="{B83A4F97-F95D-462C-8A14-C92DB3EE3C5A}" dt="2026-05-20T09:32:10.667" v="14" actId="20577"/>
          <ac:spMkLst>
            <pc:docMk/>
            <pc:sldMk cId="952689217" sldId="256"/>
            <ac:spMk id="36" creationId="{E38A9159-61B4-943F-4DB9-86727E4523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6868E-9DDA-4064-A513-FEBE78C9A151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DC294-A00B-410F-92F1-2B223A7CD4F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740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DC294-A00B-410F-92F1-2B223A7CD4F6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72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C703A-BDA4-C42F-EBB5-7B870EBC8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DA3FE3-9F83-DB71-8027-6CE250B4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D3B7FF-8E8C-EB27-BDB7-43B79F26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3D8755-8223-5FAC-967A-526DF6F2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3F28EA-D6E3-FC2E-EA97-F7993E80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9043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BC091-4930-1DF7-304D-2D08B187F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61EAB-6D21-A3E0-09CC-6CB975D20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8B48F1-54A3-6517-A46E-4269CDD2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CFF50-147E-ED81-9DA6-83371F29B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4081C5-E6C3-F7DC-A73E-5E048E31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891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784AAC-F1E6-F2C6-5424-EB54F1D6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ED856E-9522-F95B-1FEB-96C042509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0B1600-A73E-9B74-E250-0D355B00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956119-078E-05F3-E385-89BDB9A9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856253-D9B8-FA98-5927-031FA8B6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80C29-8DAB-BFB7-AA36-20F9AB73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20564C-972C-37D7-A6F7-1020320DD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F0E0A3-18FA-618B-2D8A-D2F5585CD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D4659C-6BBC-36E1-6E18-0745EACB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890EEB-5210-4983-FD75-4F2F4C21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8A35D6-F071-4744-DE9A-4B4B59F4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731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C0C31-2F57-62C3-7B71-FC0802B8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774155-9044-B218-E492-C9A355BD4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2EC4A4-DD32-9333-14AD-18F3A007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73A7E4-7FD1-59A9-174B-68B3CB832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C5C75B-BBE3-D954-D1D8-EB180C84F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7B1827-57D9-238D-E397-171BBF9B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93E57F-78D6-D176-3B17-C2A5CF5D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08F528-6989-2E6F-D813-A478FC68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2337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26338-E463-05E4-CB5E-D3CAD081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CEC881-7666-1E95-B5E5-7DB3D396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A0A9FC-0B15-FE3D-A4DF-CE0328EE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308823-9F04-4D3D-137A-58FD6DD1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145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BC2DF2-1F19-3235-2862-8F32F87B5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1D7E4C-D400-FA29-10DB-8DB8D5C5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848086-672D-9019-1A2A-0B203BE7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144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4385E-AB3E-0D32-F41B-E242B960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5DF79D-96CE-E481-BB4A-80CE54BE0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BCFB4E-2AA0-831A-3E50-7F3E4E8F9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84DA0A-B385-BDF1-A7E5-E21B3E379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C7F195-35FA-FEB2-BE14-6779489F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2D85C8-F110-09B7-46BE-D2AC5AB0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446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31F19-4553-C256-8161-7216A407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CDE2E5-54DF-63BE-FAC7-1C4AD16B7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C5481B-7FA5-204D-FEB8-5F7D9CAD6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DEAEDD-7B0D-7323-5327-27E4C26C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D74602-FEBF-B4BE-AE09-1DBA96E5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86A284-88EC-6763-6F3A-25C43F27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43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E699D-37D9-1E18-0F0A-F7D9DD7A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D1DF52-74DC-5F73-5E90-1DDB3D36A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BA7A6B-84DA-731A-5B49-D656E6EF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75A5B6-1ECD-15B1-BF94-BD8DE77D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C23958-F0F0-9F04-A2C3-7166D4FC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851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0B8D6D-8F77-BBCA-5128-53F76416C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6F42D0-6F0B-A6C1-CA42-F0257DC5F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88F17C-0E67-30D1-C415-5DE37918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E3573A-94C0-3AF8-31DA-7950DD46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58D647-D5C2-19A4-D95E-82C9C87E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328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55879B-D40A-A053-BF59-54B07A01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FE3452-39F7-D07E-E4FD-CC3910E7A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5B22F5-7625-1A30-B07F-71E571A3B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0819F-E7DA-4557-8FAC-392DBCB2D620}" type="datetimeFigureOut">
              <a:rPr lang="de-CH" smtClean="0"/>
              <a:t>20.05.2026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4AD159-7133-7334-E626-BCF45C627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7B9AE5-E8E9-CC39-E5EC-1A7DFD0C1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31679-AD5B-4435-AE77-3964969A6A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917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AFE69818-8508-E6D0-2907-D02C325E3428}"/>
              </a:ext>
            </a:extLst>
          </p:cNvPr>
          <p:cNvSpPr/>
          <p:nvPr/>
        </p:nvSpPr>
        <p:spPr>
          <a:xfrm>
            <a:off x="7846942" y="2105022"/>
            <a:ext cx="1475681" cy="3932427"/>
          </a:xfrm>
          <a:prstGeom prst="roundRect">
            <a:avLst/>
          </a:prstGeom>
          <a:solidFill>
            <a:srgbClr val="B1005D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CC40715-D477-9668-172A-DD226E62F1D8}"/>
              </a:ext>
            </a:extLst>
          </p:cNvPr>
          <p:cNvSpPr/>
          <p:nvPr/>
        </p:nvSpPr>
        <p:spPr>
          <a:xfrm>
            <a:off x="6198693" y="2105024"/>
            <a:ext cx="1475681" cy="3932426"/>
          </a:xfrm>
          <a:prstGeom prst="roundRect">
            <a:avLst/>
          </a:prstGeom>
          <a:solidFill>
            <a:srgbClr val="B1005D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A745553-BFA6-FBFC-7DAC-5943CFA582B1}"/>
              </a:ext>
            </a:extLst>
          </p:cNvPr>
          <p:cNvSpPr/>
          <p:nvPr/>
        </p:nvSpPr>
        <p:spPr>
          <a:xfrm>
            <a:off x="1922794" y="1521477"/>
            <a:ext cx="7399830" cy="477371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Eintrittswahrscheinlichkeit zum Zeitpunkt der Bewertung</a:t>
            </a:r>
            <a:endParaRPr lang="de-CH" b="1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1C93508-5FD6-261C-E343-494F312A0F18}"/>
              </a:ext>
            </a:extLst>
          </p:cNvPr>
          <p:cNvSpPr/>
          <p:nvPr/>
        </p:nvSpPr>
        <p:spPr>
          <a:xfrm rot="16200000">
            <a:off x="-572060" y="3629864"/>
            <a:ext cx="4515974" cy="299200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Schaden beim Eintritt</a:t>
            </a:r>
            <a:endParaRPr lang="de-CH" b="1" dirty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DAD47DD-E8F7-AA9D-49B0-04DD8AA0905D}"/>
              </a:ext>
            </a:extLst>
          </p:cNvPr>
          <p:cNvGrpSpPr/>
          <p:nvPr/>
        </p:nvGrpSpPr>
        <p:grpSpPr>
          <a:xfrm>
            <a:off x="1934846" y="2830325"/>
            <a:ext cx="2516280" cy="3207124"/>
            <a:chOff x="1950945" y="2682688"/>
            <a:chExt cx="2516280" cy="3207124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FC7BF255-0ED0-D8A2-F789-CA15E70B3899}"/>
                </a:ext>
              </a:extLst>
            </p:cNvPr>
            <p:cNvSpPr/>
            <p:nvPr/>
          </p:nvSpPr>
          <p:spPr>
            <a:xfrm>
              <a:off x="1950945" y="2682688"/>
              <a:ext cx="2516280" cy="3207124"/>
            </a:xfrm>
            <a:prstGeom prst="roundRect">
              <a:avLst/>
            </a:prstGeom>
            <a:solidFill>
              <a:srgbClr val="B1005D">
                <a:alpha val="6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CB1AC35F-29D8-1A79-25E0-06AD372ECF8E}"/>
                </a:ext>
              </a:extLst>
            </p:cNvPr>
            <p:cNvSpPr/>
            <p:nvPr/>
          </p:nvSpPr>
          <p:spPr>
            <a:xfrm>
              <a:off x="2097741" y="3263151"/>
              <a:ext cx="1835525" cy="705971"/>
            </a:xfrm>
            <a:prstGeom prst="roundRect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gering</a:t>
              </a:r>
            </a:p>
            <a:p>
              <a:pPr algn="ctr"/>
              <a:r>
                <a:rPr lang="de-CH" sz="1100" dirty="0"/>
                <a:t>(wenig relevante Ergebnisse gefährdet)</a:t>
              </a:r>
            </a:p>
          </p:txBody>
        </p:sp>
        <p:sp>
          <p:nvSpPr>
            <p:cNvPr id="8" name="Flussdiagramm: Verbinder 7">
              <a:extLst>
                <a:ext uri="{FF2B5EF4-FFF2-40B4-BE49-F238E27FC236}">
                  <a16:creationId xmlns:a16="http://schemas.microsoft.com/office/drawing/2014/main" id="{A8AE2798-FCD7-DB8A-6744-0E5D7FD741B4}"/>
                </a:ext>
              </a:extLst>
            </p:cNvPr>
            <p:cNvSpPr/>
            <p:nvPr/>
          </p:nvSpPr>
          <p:spPr>
            <a:xfrm>
              <a:off x="4080062" y="3455893"/>
              <a:ext cx="316006" cy="322729"/>
            </a:xfrm>
            <a:prstGeom prst="flowChartConnector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1</a:t>
              </a:r>
              <a:endParaRPr lang="de-CH" dirty="0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04E94042-CBC8-F6D3-8D66-884342BD553D}"/>
                </a:ext>
              </a:extLst>
            </p:cNvPr>
            <p:cNvSpPr/>
            <p:nvPr/>
          </p:nvSpPr>
          <p:spPr>
            <a:xfrm>
              <a:off x="2097742" y="4113678"/>
              <a:ext cx="1835524" cy="705971"/>
            </a:xfrm>
            <a:prstGeom prst="roundRect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mittel</a:t>
              </a:r>
            </a:p>
            <a:p>
              <a:pPr algn="ctr"/>
              <a:r>
                <a:rPr lang="de-CH" sz="1100" dirty="0"/>
                <a:t>(Teilergebnisse gefährdet)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CA43F700-AAE3-FADD-F976-D12DD4E997AA}"/>
                </a:ext>
              </a:extLst>
            </p:cNvPr>
            <p:cNvSpPr/>
            <p:nvPr/>
          </p:nvSpPr>
          <p:spPr>
            <a:xfrm>
              <a:off x="2097741" y="4964205"/>
              <a:ext cx="1835524" cy="705971"/>
            </a:xfrm>
            <a:prstGeom prst="roundRect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 dirty="0"/>
                <a:t>schwer</a:t>
              </a:r>
            </a:p>
            <a:p>
              <a:pPr algn="ctr"/>
              <a:r>
                <a:rPr lang="de-CH" sz="1100" dirty="0"/>
                <a:t>(Erfolg des gesamten Projektes gefährdet)</a:t>
              </a:r>
            </a:p>
          </p:txBody>
        </p:sp>
        <p:sp>
          <p:nvSpPr>
            <p:cNvPr id="13" name="Flussdiagramm: Verbinder 12">
              <a:extLst>
                <a:ext uri="{FF2B5EF4-FFF2-40B4-BE49-F238E27FC236}">
                  <a16:creationId xmlns:a16="http://schemas.microsoft.com/office/drawing/2014/main" id="{082A0695-4C65-D975-F19A-146780246E88}"/>
                </a:ext>
              </a:extLst>
            </p:cNvPr>
            <p:cNvSpPr/>
            <p:nvPr/>
          </p:nvSpPr>
          <p:spPr>
            <a:xfrm>
              <a:off x="4080063" y="4305859"/>
              <a:ext cx="316006" cy="322729"/>
            </a:xfrm>
            <a:prstGeom prst="flowChartConnector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2</a:t>
              </a:r>
              <a:endParaRPr lang="de-CH" dirty="0"/>
            </a:p>
          </p:txBody>
        </p:sp>
        <p:sp>
          <p:nvSpPr>
            <p:cNvPr id="14" name="Flussdiagramm: Verbinder 13">
              <a:extLst>
                <a:ext uri="{FF2B5EF4-FFF2-40B4-BE49-F238E27FC236}">
                  <a16:creationId xmlns:a16="http://schemas.microsoft.com/office/drawing/2014/main" id="{900C324B-8258-489E-389D-2341A9AB05F3}"/>
                </a:ext>
              </a:extLst>
            </p:cNvPr>
            <p:cNvSpPr/>
            <p:nvPr/>
          </p:nvSpPr>
          <p:spPr>
            <a:xfrm>
              <a:off x="4080061" y="5155825"/>
              <a:ext cx="316006" cy="322729"/>
            </a:xfrm>
            <a:prstGeom prst="flowChartConnector">
              <a:avLst/>
            </a:prstGeom>
            <a:solidFill>
              <a:srgbClr val="B100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3</a:t>
              </a:r>
              <a:endParaRPr lang="de-CH" dirty="0"/>
            </a:p>
          </p:txBody>
        </p:sp>
      </p:grp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02FA664-06D0-B091-0830-9C9B61BD5B1B}"/>
              </a:ext>
            </a:extLst>
          </p:cNvPr>
          <p:cNvSpPr/>
          <p:nvPr/>
        </p:nvSpPr>
        <p:spPr>
          <a:xfrm>
            <a:off x="4550444" y="2105024"/>
            <a:ext cx="1475681" cy="3932425"/>
          </a:xfrm>
          <a:prstGeom prst="roundRect">
            <a:avLst/>
          </a:prstGeom>
          <a:solidFill>
            <a:srgbClr val="B1005D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0F86D5D-387A-EE9C-8DD6-EA3D0D43CF7D}"/>
              </a:ext>
            </a:extLst>
          </p:cNvPr>
          <p:cNvSpPr/>
          <p:nvPr/>
        </p:nvSpPr>
        <p:spPr>
          <a:xfrm>
            <a:off x="4649762" y="2229688"/>
            <a:ext cx="1271588" cy="623888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wenig</a:t>
            </a:r>
          </a:p>
          <a:p>
            <a:pPr algn="ctr"/>
            <a:r>
              <a:rPr lang="de-DE" sz="1100" dirty="0"/>
              <a:t>wahrscheinlich</a:t>
            </a:r>
          </a:p>
          <a:p>
            <a:pPr algn="ctr"/>
            <a:r>
              <a:rPr lang="de-DE" sz="1100" b="1" dirty="0"/>
              <a:t>&lt;25%</a:t>
            </a:r>
            <a:endParaRPr lang="de-CH" sz="1100" b="1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812F25C-8848-80A8-A8CE-E0DA7C844A13}"/>
              </a:ext>
            </a:extLst>
          </p:cNvPr>
          <p:cNvSpPr/>
          <p:nvPr/>
        </p:nvSpPr>
        <p:spPr>
          <a:xfrm>
            <a:off x="6300739" y="2229688"/>
            <a:ext cx="1271588" cy="623888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wahrscheinlich</a:t>
            </a:r>
          </a:p>
          <a:p>
            <a:pPr algn="ctr"/>
            <a:r>
              <a:rPr lang="de-DE" sz="1100" b="1" dirty="0"/>
              <a:t>25% - 75%</a:t>
            </a:r>
            <a:endParaRPr lang="de-CH" sz="1100" b="1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1696EB5-A34E-D264-1F14-B99FAF94183C}"/>
              </a:ext>
            </a:extLst>
          </p:cNvPr>
          <p:cNvSpPr/>
          <p:nvPr/>
        </p:nvSpPr>
        <p:spPr>
          <a:xfrm>
            <a:off x="7948988" y="2229688"/>
            <a:ext cx="1271588" cy="623888"/>
          </a:xfrm>
          <a:prstGeom prst="roundRect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sehr</a:t>
            </a:r>
          </a:p>
          <a:p>
            <a:pPr algn="ctr"/>
            <a:r>
              <a:rPr lang="de-DE" sz="1100" dirty="0"/>
              <a:t>wahrscheinlich</a:t>
            </a:r>
          </a:p>
          <a:p>
            <a:pPr algn="ctr"/>
            <a:r>
              <a:rPr lang="de-DE" sz="1100" b="1" dirty="0"/>
              <a:t>&gt;75%</a:t>
            </a:r>
            <a:endParaRPr lang="de-CH" sz="1100" b="1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EB87E30-FFBE-1BC8-02B6-347EFF574D6E}"/>
              </a:ext>
            </a:extLst>
          </p:cNvPr>
          <p:cNvSpPr/>
          <p:nvPr/>
        </p:nvSpPr>
        <p:spPr>
          <a:xfrm>
            <a:off x="4649762" y="5107918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</a:rPr>
              <a:t>R5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7C98B0D-2D11-3DF8-552E-1D7A7239C165}"/>
              </a:ext>
            </a:extLst>
          </p:cNvPr>
          <p:cNvSpPr/>
          <p:nvPr/>
        </p:nvSpPr>
        <p:spPr>
          <a:xfrm>
            <a:off x="4649762" y="4257391"/>
            <a:ext cx="1271588" cy="709896"/>
          </a:xfrm>
          <a:prstGeom prst="roundRect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306B07DF-DAD7-1DF2-A9A0-A589EA658ECB}"/>
              </a:ext>
            </a:extLst>
          </p:cNvPr>
          <p:cNvSpPr/>
          <p:nvPr/>
        </p:nvSpPr>
        <p:spPr>
          <a:xfrm>
            <a:off x="4649762" y="3406864"/>
            <a:ext cx="1271588" cy="709896"/>
          </a:xfrm>
          <a:prstGeom prst="roundRect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1" name="Flussdiagramm: Verbinder 30">
            <a:extLst>
              <a:ext uri="{FF2B5EF4-FFF2-40B4-BE49-F238E27FC236}">
                <a16:creationId xmlns:a16="http://schemas.microsoft.com/office/drawing/2014/main" id="{BEC30B73-3ABD-E434-865D-E669AE69857E}"/>
              </a:ext>
            </a:extLst>
          </p:cNvPr>
          <p:cNvSpPr/>
          <p:nvPr/>
        </p:nvSpPr>
        <p:spPr>
          <a:xfrm>
            <a:off x="5127553" y="2935101"/>
            <a:ext cx="316006" cy="322729"/>
          </a:xfrm>
          <a:prstGeom prst="flowChartConnector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  <a:endParaRPr lang="de-CH" dirty="0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2CAD9542-CC9F-736F-B72A-064AF3DECDFE}"/>
              </a:ext>
            </a:extLst>
          </p:cNvPr>
          <p:cNvSpPr/>
          <p:nvPr/>
        </p:nvSpPr>
        <p:spPr>
          <a:xfrm>
            <a:off x="6300739" y="4257391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</a:rPr>
              <a:t>R2</a:t>
            </a:r>
          </a:p>
          <a:p>
            <a:pPr algn="ctr"/>
            <a:r>
              <a:rPr lang="de-CH" sz="1400" b="1" dirty="0">
                <a:solidFill>
                  <a:schemeClr val="tx1"/>
                </a:solidFill>
              </a:rPr>
              <a:t>R3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98441E35-3894-C9B1-D784-2E7D16D016BC}"/>
              </a:ext>
            </a:extLst>
          </p:cNvPr>
          <p:cNvSpPr/>
          <p:nvPr/>
        </p:nvSpPr>
        <p:spPr>
          <a:xfrm>
            <a:off x="7948988" y="4257391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</a:rPr>
              <a:t>R1</a:t>
            </a:r>
          </a:p>
          <a:p>
            <a:pPr algn="ctr"/>
            <a:r>
              <a:rPr lang="de-CH" sz="1400" b="1" dirty="0">
                <a:solidFill>
                  <a:schemeClr val="tx1"/>
                </a:solidFill>
              </a:rPr>
              <a:t>R4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31703A69-BD8C-10A4-E4CF-46E587A01364}"/>
              </a:ext>
            </a:extLst>
          </p:cNvPr>
          <p:cNvSpPr/>
          <p:nvPr/>
        </p:nvSpPr>
        <p:spPr>
          <a:xfrm>
            <a:off x="6300739" y="3402663"/>
            <a:ext cx="1271588" cy="709896"/>
          </a:xfrm>
          <a:prstGeom prst="roundRect">
            <a:avLst/>
          </a:prstGeom>
          <a:solidFill>
            <a:srgbClr val="47D4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C235B70-6843-7E60-07CE-BE53DB0EC2FF}"/>
              </a:ext>
            </a:extLst>
          </p:cNvPr>
          <p:cNvSpPr/>
          <p:nvPr/>
        </p:nvSpPr>
        <p:spPr>
          <a:xfrm>
            <a:off x="7948988" y="3409947"/>
            <a:ext cx="1271588" cy="70989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E38A9159-61B4-943F-4DB9-86727E4523A3}"/>
              </a:ext>
            </a:extLst>
          </p:cNvPr>
          <p:cNvSpPr/>
          <p:nvPr/>
        </p:nvSpPr>
        <p:spPr>
          <a:xfrm>
            <a:off x="6300739" y="5147420"/>
            <a:ext cx="1271588" cy="7098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7299BE17-7596-C264-6B38-9556E588DDF0}"/>
              </a:ext>
            </a:extLst>
          </p:cNvPr>
          <p:cNvSpPr/>
          <p:nvPr/>
        </p:nvSpPr>
        <p:spPr>
          <a:xfrm>
            <a:off x="7948988" y="5147420"/>
            <a:ext cx="1271588" cy="70989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b="1" dirty="0">
              <a:solidFill>
                <a:schemeClr val="tx1"/>
              </a:solidFill>
            </a:endParaRPr>
          </a:p>
        </p:txBody>
      </p:sp>
      <p:sp>
        <p:nvSpPr>
          <p:cNvPr id="38" name="Flussdiagramm: Verbinder 37">
            <a:extLst>
              <a:ext uri="{FF2B5EF4-FFF2-40B4-BE49-F238E27FC236}">
                <a16:creationId xmlns:a16="http://schemas.microsoft.com/office/drawing/2014/main" id="{B508B799-8964-A782-E19B-6F0C202604E1}"/>
              </a:ext>
            </a:extLst>
          </p:cNvPr>
          <p:cNvSpPr/>
          <p:nvPr/>
        </p:nvSpPr>
        <p:spPr>
          <a:xfrm>
            <a:off x="6778530" y="2935102"/>
            <a:ext cx="316006" cy="322729"/>
          </a:xfrm>
          <a:prstGeom prst="flowChartConnector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  <a:endParaRPr lang="de-CH" dirty="0"/>
          </a:p>
        </p:txBody>
      </p:sp>
      <p:sp>
        <p:nvSpPr>
          <p:cNvPr id="39" name="Flussdiagramm: Verbinder 38">
            <a:extLst>
              <a:ext uri="{FF2B5EF4-FFF2-40B4-BE49-F238E27FC236}">
                <a16:creationId xmlns:a16="http://schemas.microsoft.com/office/drawing/2014/main" id="{43CEB7FA-3A45-145E-827C-159C3F10E929}"/>
              </a:ext>
            </a:extLst>
          </p:cNvPr>
          <p:cNvSpPr/>
          <p:nvPr/>
        </p:nvSpPr>
        <p:spPr>
          <a:xfrm>
            <a:off x="8426779" y="2935101"/>
            <a:ext cx="316006" cy="322729"/>
          </a:xfrm>
          <a:prstGeom prst="flowChartConnector">
            <a:avLst/>
          </a:prstGeom>
          <a:solidFill>
            <a:srgbClr val="B100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2689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Breitbild</PresentationFormat>
  <Paragraphs>28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ISE AG Informatik Solutions Einsiedeln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Schneider Miguel</dc:creator>
  <cp:lastModifiedBy>Schneider Miguel</cp:lastModifiedBy>
  <cp:revision>1</cp:revision>
  <dcterms:created xsi:type="dcterms:W3CDTF">2026-01-06T06:51:35Z</dcterms:created>
  <dcterms:modified xsi:type="dcterms:W3CDTF">2026-05-20T09:36:56Z</dcterms:modified>
</cp:coreProperties>
</file>