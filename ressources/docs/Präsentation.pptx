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797675" cy="9928225"/>
  <p:embeddedFontLst>
    <p:embeddedFont>
      <p:font typeface="Zurich Cn BT" panose="020B0506020202040204" pitchFamily="34" charset="0"/>
      <p:regular r:id="rId16"/>
      <p:bold r:id="rId17"/>
      <p:italic r:id="rId18"/>
      <p:boldItalic r:id="rId19"/>
    </p:embeddedFont>
    <p:embeddedFont>
      <p:font typeface="Zurich LtCn BT" panose="020B0406020202040204" pitchFamily="34" charset="0"/>
      <p:regular r:id="rId20"/>
      <p:italic r:id="rId21"/>
    </p:embeddedFont>
  </p:embeddedFontLst>
  <p:custDataLst>
    <p:tags r:id="rId22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005E"/>
    <a:srgbClr val="D4AF37"/>
    <a:srgbClr val="FFD700"/>
    <a:srgbClr val="2732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DF7F27-2E41-4CD2-AA82-06E78DF06C05}" v="92" dt="2026-05-28T16:02:19.7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68" autoAdjust="0"/>
    <p:restoredTop sz="80292" autoAdjust="0"/>
  </p:normalViewPr>
  <p:slideViewPr>
    <p:cSldViewPr>
      <p:cViewPr varScale="1">
        <p:scale>
          <a:sx n="57" d="100"/>
          <a:sy n="57" d="100"/>
        </p:scale>
        <p:origin x="1020" y="7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tags" Target="tags/tag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neider Miguel" userId="edc340df-3076-41de-a4cb-06d04631cff4" providerId="ADAL" clId="{B83A4F97-F95D-462C-8A14-C92DB3EE3C5A}"/>
    <pc:docChg chg="undo redo custSel addSld delSld modSld sldOrd">
      <pc:chgData name="Schneider Miguel" userId="edc340df-3076-41de-a4cb-06d04631cff4" providerId="ADAL" clId="{B83A4F97-F95D-462C-8A14-C92DB3EE3C5A}" dt="2026-05-28T16:02:19.729" v="3053"/>
      <pc:docMkLst>
        <pc:docMk/>
      </pc:docMkLst>
      <pc:sldChg chg="addSp delSp modSp del mod">
        <pc:chgData name="Schneider Miguel" userId="edc340df-3076-41de-a4cb-06d04631cff4" providerId="ADAL" clId="{B83A4F97-F95D-462C-8A14-C92DB3EE3C5A}" dt="2026-05-27T19:46:03.855" v="1467" actId="47"/>
        <pc:sldMkLst>
          <pc:docMk/>
          <pc:sldMk cId="0" sldId="256"/>
        </pc:sldMkLst>
      </pc:sldChg>
      <pc:sldChg chg="modSp add mod modTransition setBg">
        <pc:chgData name="Schneider Miguel" userId="edc340df-3076-41de-a4cb-06d04631cff4" providerId="ADAL" clId="{B83A4F97-F95D-462C-8A14-C92DB3EE3C5A}" dt="2026-05-28T16:02:19.729" v="3053"/>
        <pc:sldMkLst>
          <pc:docMk/>
          <pc:sldMk cId="2162806361" sldId="257"/>
        </pc:sldMkLst>
        <pc:spChg chg="mod">
          <ac:chgData name="Schneider Miguel" userId="edc340df-3076-41de-a4cb-06d04631cff4" providerId="ADAL" clId="{B83A4F97-F95D-462C-8A14-C92DB3EE3C5A}" dt="2026-05-27T19:46:45.180" v="1504" actId="20577"/>
          <ac:spMkLst>
            <pc:docMk/>
            <pc:sldMk cId="2162806361" sldId="257"/>
            <ac:spMk id="6146" creationId="{4278D36C-8B88-C6B1-9A80-37BCAF8A9AA2}"/>
          </ac:spMkLst>
        </pc:spChg>
        <pc:spChg chg="mod">
          <ac:chgData name="Schneider Miguel" userId="edc340df-3076-41de-a4cb-06d04631cff4" providerId="ADAL" clId="{B83A4F97-F95D-462C-8A14-C92DB3EE3C5A}" dt="2026-05-27T19:47:08.216" v="1542" actId="20577"/>
          <ac:spMkLst>
            <pc:docMk/>
            <pc:sldMk cId="2162806361" sldId="257"/>
            <ac:spMk id="6148" creationId="{1322B7DA-7A16-59E9-1BA3-DAF590BCCD71}"/>
          </ac:spMkLst>
        </pc:spChg>
      </pc:sldChg>
      <pc:sldChg chg="modSp add del mod modTransition setBg">
        <pc:chgData name="Schneider Miguel" userId="edc340df-3076-41de-a4cb-06d04631cff4" providerId="ADAL" clId="{B83A4F97-F95D-462C-8A14-C92DB3EE3C5A}" dt="2026-05-27T19:46:03.855" v="1467" actId="47"/>
        <pc:sldMkLst>
          <pc:docMk/>
          <pc:sldMk cId="781641805" sldId="258"/>
        </pc:sldMkLst>
      </pc:sldChg>
      <pc:sldChg chg="modSp new del mod">
        <pc:chgData name="Schneider Miguel" userId="edc340df-3076-41de-a4cb-06d04631cff4" providerId="ADAL" clId="{B83A4F97-F95D-462C-8A14-C92DB3EE3C5A}" dt="2026-05-27T20:04:34.362" v="1643" actId="47"/>
        <pc:sldMkLst>
          <pc:docMk/>
          <pc:sldMk cId="1098990462" sldId="258"/>
        </pc:sldMkLst>
        <pc:spChg chg="mod">
          <ac:chgData name="Schneider Miguel" userId="edc340df-3076-41de-a4cb-06d04631cff4" providerId="ADAL" clId="{B83A4F97-F95D-462C-8A14-C92DB3EE3C5A}" dt="2026-05-27T20:01:03.766" v="1602" actId="5793"/>
          <ac:spMkLst>
            <pc:docMk/>
            <pc:sldMk cId="1098990462" sldId="258"/>
            <ac:spMk id="2" creationId="{BD44BE01-2C90-381D-B2A3-A9372D4B70E2}"/>
          </ac:spMkLst>
        </pc:spChg>
        <pc:spChg chg="mod">
          <ac:chgData name="Schneider Miguel" userId="edc340df-3076-41de-a4cb-06d04631cff4" providerId="ADAL" clId="{B83A4F97-F95D-462C-8A14-C92DB3EE3C5A}" dt="2026-05-27T19:47:48.250" v="1559" actId="20577"/>
          <ac:spMkLst>
            <pc:docMk/>
            <pc:sldMk cId="1098990462" sldId="258"/>
            <ac:spMk id="3" creationId="{76848162-3B85-5FED-EEE8-960C0DB9A3BC}"/>
          </ac:spMkLst>
        </pc:spChg>
      </pc:sldChg>
      <pc:sldChg chg="modSp add del mod modTransition setBg">
        <pc:chgData name="Schneider Miguel" userId="edc340df-3076-41de-a4cb-06d04631cff4" providerId="ADAL" clId="{B83A4F97-F95D-462C-8A14-C92DB3EE3C5A}" dt="2026-05-27T19:46:03.855" v="1467" actId="47"/>
        <pc:sldMkLst>
          <pc:docMk/>
          <pc:sldMk cId="624017387" sldId="259"/>
        </pc:sldMkLst>
      </pc:sldChg>
      <pc:sldChg chg="addSp modSp add mod modTransition addAnim delAnim modAnim">
        <pc:chgData name="Schneider Miguel" userId="edc340df-3076-41de-a4cb-06d04631cff4" providerId="ADAL" clId="{B83A4F97-F95D-462C-8A14-C92DB3EE3C5A}" dt="2026-05-27T20:07:20.290" v="1655"/>
        <pc:sldMkLst>
          <pc:docMk/>
          <pc:sldMk cId="3087035339" sldId="259"/>
        </pc:sldMkLst>
        <pc:spChg chg="mod">
          <ac:chgData name="Schneider Miguel" userId="edc340df-3076-41de-a4cb-06d04631cff4" providerId="ADAL" clId="{B83A4F97-F95D-462C-8A14-C92DB3EE3C5A}" dt="2026-05-27T20:01:11.429" v="1606" actId="20577"/>
          <ac:spMkLst>
            <pc:docMk/>
            <pc:sldMk cId="3087035339" sldId="259"/>
            <ac:spMk id="2" creationId="{82235A34-9A16-DA3B-BB20-16116E686489}"/>
          </ac:spMkLst>
        </pc:spChg>
        <pc:picChg chg="add mod">
          <ac:chgData name="Schneider Miguel" userId="edc340df-3076-41de-a4cb-06d04631cff4" providerId="ADAL" clId="{B83A4F97-F95D-462C-8A14-C92DB3EE3C5A}" dt="2026-05-27T20:05:39.567" v="1650" actId="1037"/>
          <ac:picMkLst>
            <pc:docMk/>
            <pc:sldMk cId="3087035339" sldId="259"/>
            <ac:picMk id="5" creationId="{5EBB9AAA-FCD1-F9D3-660E-F296434479ED}"/>
          </ac:picMkLst>
        </pc:picChg>
        <pc:picChg chg="add mod">
          <ac:chgData name="Schneider Miguel" userId="edc340df-3076-41de-a4cb-06d04631cff4" providerId="ADAL" clId="{B83A4F97-F95D-462C-8A14-C92DB3EE3C5A}" dt="2026-05-27T20:01:26.516" v="1609" actId="1076"/>
          <ac:picMkLst>
            <pc:docMk/>
            <pc:sldMk cId="3087035339" sldId="259"/>
            <ac:picMk id="7" creationId="{0DBD4AE5-CE5B-C79D-71CD-0EB1CD212F16}"/>
          </ac:picMkLst>
        </pc:picChg>
        <pc:picChg chg="add mod">
          <ac:chgData name="Schneider Miguel" userId="edc340df-3076-41de-a4cb-06d04631cff4" providerId="ADAL" clId="{B83A4F97-F95D-462C-8A14-C92DB3EE3C5A}" dt="2026-05-27T20:01:47.773" v="1613" actId="1076"/>
          <ac:picMkLst>
            <pc:docMk/>
            <pc:sldMk cId="3087035339" sldId="259"/>
            <ac:picMk id="8" creationId="{62E1629F-A555-BEA5-169E-DB5AB73C585E}"/>
          </ac:picMkLst>
        </pc:picChg>
        <pc:picChg chg="add mod">
          <ac:chgData name="Schneider Miguel" userId="edc340df-3076-41de-a4cb-06d04631cff4" providerId="ADAL" clId="{B83A4F97-F95D-462C-8A14-C92DB3EE3C5A}" dt="2026-05-27T20:02:11.294" v="1618" actId="1036"/>
          <ac:picMkLst>
            <pc:docMk/>
            <pc:sldMk cId="3087035339" sldId="259"/>
            <ac:picMk id="9" creationId="{D5D8DB4E-8D27-889D-2E6A-5482F0682F12}"/>
          </ac:picMkLst>
        </pc:picChg>
        <pc:picChg chg="add mod">
          <ac:chgData name="Schneider Miguel" userId="edc340df-3076-41de-a4cb-06d04631cff4" providerId="ADAL" clId="{B83A4F97-F95D-462C-8A14-C92DB3EE3C5A}" dt="2026-05-27T20:07:16.041" v="1654" actId="1076"/>
          <ac:picMkLst>
            <pc:docMk/>
            <pc:sldMk cId="3087035339" sldId="259"/>
            <ac:picMk id="1026" creationId="{05D34A35-E749-6D81-DAE2-148372CAF3B3}"/>
          </ac:picMkLst>
        </pc:picChg>
      </pc:sldChg>
      <pc:sldChg chg="addSp modSp new mod modTransition">
        <pc:chgData name="Schneider Miguel" userId="edc340df-3076-41de-a4cb-06d04631cff4" providerId="ADAL" clId="{B83A4F97-F95D-462C-8A14-C92DB3EE3C5A}" dt="2026-05-27T20:44:57.007" v="3032"/>
        <pc:sldMkLst>
          <pc:docMk/>
          <pc:sldMk cId="62081903" sldId="260"/>
        </pc:sldMkLst>
        <pc:spChg chg="mod">
          <ac:chgData name="Schneider Miguel" userId="edc340df-3076-41de-a4cb-06d04631cff4" providerId="ADAL" clId="{B83A4F97-F95D-462C-8A14-C92DB3EE3C5A}" dt="2026-05-27T20:27:09.998" v="2223" actId="5793"/>
          <ac:spMkLst>
            <pc:docMk/>
            <pc:sldMk cId="62081903" sldId="260"/>
            <ac:spMk id="2" creationId="{E4B2EFF8-D0C8-FACD-7A28-DD6049EF5350}"/>
          </ac:spMkLst>
        </pc:spChg>
        <pc:spChg chg="mod">
          <ac:chgData name="Schneider Miguel" userId="edc340df-3076-41de-a4cb-06d04631cff4" providerId="ADAL" clId="{B83A4F97-F95D-462C-8A14-C92DB3EE3C5A}" dt="2026-05-27T20:08:46.202" v="1667"/>
          <ac:spMkLst>
            <pc:docMk/>
            <pc:sldMk cId="62081903" sldId="260"/>
            <ac:spMk id="3" creationId="{B37FFFB2-B9F7-8BCA-97DE-D03B39C63E38}"/>
          </ac:spMkLst>
        </pc:spChg>
        <pc:graphicFrameChg chg="add mod">
          <ac:chgData name="Schneider Miguel" userId="edc340df-3076-41de-a4cb-06d04631cff4" providerId="ADAL" clId="{B83A4F97-F95D-462C-8A14-C92DB3EE3C5A}" dt="2026-05-27T20:09:06.828" v="1688"/>
          <ac:graphicFrameMkLst>
            <pc:docMk/>
            <pc:sldMk cId="62081903" sldId="260"/>
            <ac:graphicFrameMk id="4" creationId="{69B2C5B9-5BBA-3F89-6551-6049AED551A4}"/>
          </ac:graphicFrameMkLst>
        </pc:graphicFrameChg>
        <pc:graphicFrameChg chg="add mod">
          <ac:chgData name="Schneider Miguel" userId="edc340df-3076-41de-a4cb-06d04631cff4" providerId="ADAL" clId="{B83A4F97-F95D-462C-8A14-C92DB3EE3C5A}" dt="2026-05-27T20:09:06.828" v="1688"/>
          <ac:graphicFrameMkLst>
            <pc:docMk/>
            <pc:sldMk cId="62081903" sldId="260"/>
            <ac:graphicFrameMk id="5" creationId="{096F85B8-C9F7-35C7-1EB0-E7FE789B0825}"/>
          </ac:graphicFrameMkLst>
        </pc:graphicFrameChg>
        <pc:graphicFrameChg chg="add mod">
          <ac:chgData name="Schneider Miguel" userId="edc340df-3076-41de-a4cb-06d04631cff4" providerId="ADAL" clId="{B83A4F97-F95D-462C-8A14-C92DB3EE3C5A}" dt="2026-05-27T20:09:06.828" v="1688"/>
          <ac:graphicFrameMkLst>
            <pc:docMk/>
            <pc:sldMk cId="62081903" sldId="260"/>
            <ac:graphicFrameMk id="6" creationId="{868FA0E7-EB53-BF5F-3C79-CA453821A23C}"/>
          </ac:graphicFrameMkLst>
        </pc:graphicFrameChg>
        <pc:graphicFrameChg chg="add mod">
          <ac:chgData name="Schneider Miguel" userId="edc340df-3076-41de-a4cb-06d04631cff4" providerId="ADAL" clId="{B83A4F97-F95D-462C-8A14-C92DB3EE3C5A}" dt="2026-05-27T20:09:06.828" v="1688"/>
          <ac:graphicFrameMkLst>
            <pc:docMk/>
            <pc:sldMk cId="62081903" sldId="260"/>
            <ac:graphicFrameMk id="7" creationId="{B7BB82A9-DC39-E7C1-EB95-954B0A4C90E5}"/>
          </ac:graphicFrameMkLst>
        </pc:graphicFrameChg>
        <pc:graphicFrameChg chg="add mod modGraphic">
          <ac:chgData name="Schneider Miguel" userId="edc340df-3076-41de-a4cb-06d04631cff4" providerId="ADAL" clId="{B83A4F97-F95D-462C-8A14-C92DB3EE3C5A}" dt="2026-05-27T20:15:53.548" v="1825" actId="20577"/>
          <ac:graphicFrameMkLst>
            <pc:docMk/>
            <pc:sldMk cId="62081903" sldId="260"/>
            <ac:graphicFrameMk id="8" creationId="{24595FDA-8AF4-F90F-D697-9F8AC820D2AA}"/>
          </ac:graphicFrameMkLst>
        </pc:graphicFrameChg>
      </pc:sldChg>
      <pc:sldChg chg="delSp add del mod ord delAnim">
        <pc:chgData name="Schneider Miguel" userId="edc340df-3076-41de-a4cb-06d04631cff4" providerId="ADAL" clId="{B83A4F97-F95D-462C-8A14-C92DB3EE3C5A}" dt="2026-05-27T20:05:11.619" v="1646" actId="47"/>
        <pc:sldMkLst>
          <pc:docMk/>
          <pc:sldMk cId="537083654" sldId="260"/>
        </pc:sldMkLst>
        <pc:picChg chg="del">
          <ac:chgData name="Schneider Miguel" userId="edc340df-3076-41de-a4cb-06d04631cff4" providerId="ADAL" clId="{B83A4F97-F95D-462C-8A14-C92DB3EE3C5A}" dt="2026-05-27T20:04:44.804" v="1644" actId="478"/>
          <ac:picMkLst>
            <pc:docMk/>
            <pc:sldMk cId="537083654" sldId="260"/>
            <ac:picMk id="5" creationId="{8E483CDB-9A54-DEC7-F5E9-A26CB0609D76}"/>
          </ac:picMkLst>
        </pc:picChg>
        <pc:picChg chg="del">
          <ac:chgData name="Schneider Miguel" userId="edc340df-3076-41de-a4cb-06d04631cff4" providerId="ADAL" clId="{B83A4F97-F95D-462C-8A14-C92DB3EE3C5A}" dt="2026-05-27T20:04:44.804" v="1644" actId="478"/>
          <ac:picMkLst>
            <pc:docMk/>
            <pc:sldMk cId="537083654" sldId="260"/>
            <ac:picMk id="7" creationId="{52B4D3FE-1C85-E157-DC1E-8AAE15275469}"/>
          </ac:picMkLst>
        </pc:picChg>
        <pc:picChg chg="del">
          <ac:chgData name="Schneider Miguel" userId="edc340df-3076-41de-a4cb-06d04631cff4" providerId="ADAL" clId="{B83A4F97-F95D-462C-8A14-C92DB3EE3C5A}" dt="2026-05-27T20:04:44.804" v="1644" actId="478"/>
          <ac:picMkLst>
            <pc:docMk/>
            <pc:sldMk cId="537083654" sldId="260"/>
            <ac:picMk id="8" creationId="{D8500DF3-66CE-46A4-C9F8-31D3D9CE9BF7}"/>
          </ac:picMkLst>
        </pc:picChg>
        <pc:picChg chg="del">
          <ac:chgData name="Schneider Miguel" userId="edc340df-3076-41de-a4cb-06d04631cff4" providerId="ADAL" clId="{B83A4F97-F95D-462C-8A14-C92DB3EE3C5A}" dt="2026-05-27T20:04:46.699" v="1645" actId="478"/>
          <ac:picMkLst>
            <pc:docMk/>
            <pc:sldMk cId="537083654" sldId="260"/>
            <ac:picMk id="9" creationId="{5718F72B-C66F-C071-C962-D8E7FC2F52A5}"/>
          </ac:picMkLst>
        </pc:picChg>
      </pc:sldChg>
      <pc:sldChg chg="addSp delSp modSp new del mod modTransition modClrScheme addAnim delAnim modAnim chgLayout modNotesTx">
        <pc:chgData name="Schneider Miguel" userId="edc340df-3076-41de-a4cb-06d04631cff4" providerId="ADAL" clId="{B83A4F97-F95D-462C-8A14-C92DB3EE3C5A}" dt="2026-05-27T19:46:13.487" v="1468" actId="47"/>
        <pc:sldMkLst>
          <pc:docMk/>
          <pc:sldMk cId="1305422567" sldId="260"/>
        </pc:sldMkLst>
      </pc:sldChg>
      <pc:sldChg chg="addSp delSp modSp add mod modTransition">
        <pc:chgData name="Schneider Miguel" userId="edc340df-3076-41de-a4cb-06d04631cff4" providerId="ADAL" clId="{B83A4F97-F95D-462C-8A14-C92DB3EE3C5A}" dt="2026-05-27T20:44:59.063" v="3033"/>
        <pc:sldMkLst>
          <pc:docMk/>
          <pc:sldMk cId="1482031279" sldId="261"/>
        </pc:sldMkLst>
        <pc:spChg chg="mod">
          <ac:chgData name="Schneider Miguel" userId="edc340df-3076-41de-a4cb-06d04631cff4" providerId="ADAL" clId="{B83A4F97-F95D-462C-8A14-C92DB3EE3C5A}" dt="2026-05-27T20:14:55.077" v="1788" actId="5793"/>
          <ac:spMkLst>
            <pc:docMk/>
            <pc:sldMk cId="1482031279" sldId="261"/>
            <ac:spMk id="2" creationId="{550FB702-6CA0-77DB-C8E6-5B6B6740EEED}"/>
          </ac:spMkLst>
        </pc:spChg>
        <pc:graphicFrameChg chg="add del mod modGraphic">
          <ac:chgData name="Schneider Miguel" userId="edc340df-3076-41de-a4cb-06d04631cff4" providerId="ADAL" clId="{B83A4F97-F95D-462C-8A14-C92DB3EE3C5A}" dt="2026-05-27T20:23:34.099" v="2058" actId="478"/>
          <ac:graphicFrameMkLst>
            <pc:docMk/>
            <pc:sldMk cId="1482031279" sldId="261"/>
            <ac:graphicFrameMk id="4" creationId="{9BE92205-2C76-9B6C-E0FF-2CFFA05ED15F}"/>
          </ac:graphicFrameMkLst>
        </pc:graphicFrameChg>
        <pc:graphicFrameChg chg="add mod modGraphic">
          <ac:chgData name="Schneider Miguel" userId="edc340df-3076-41de-a4cb-06d04631cff4" providerId="ADAL" clId="{B83A4F97-F95D-462C-8A14-C92DB3EE3C5A}" dt="2026-05-27T20:26:08.821" v="2198" actId="1076"/>
          <ac:graphicFrameMkLst>
            <pc:docMk/>
            <pc:sldMk cId="1482031279" sldId="261"/>
            <ac:graphicFrameMk id="5" creationId="{B2E2DA21-F616-6B57-CE92-447DC5A6AB56}"/>
          </ac:graphicFrameMkLst>
        </pc:graphicFrameChg>
        <pc:graphicFrameChg chg="mod modGraphic">
          <ac:chgData name="Schneider Miguel" userId="edc340df-3076-41de-a4cb-06d04631cff4" providerId="ADAL" clId="{B83A4F97-F95D-462C-8A14-C92DB3EE3C5A}" dt="2026-05-27T20:23:01.469" v="2056"/>
          <ac:graphicFrameMkLst>
            <pc:docMk/>
            <pc:sldMk cId="1482031279" sldId="261"/>
            <ac:graphicFrameMk id="8" creationId="{3AD892BE-13FD-F679-9D2B-8C710781EE75}"/>
          </ac:graphicFrameMkLst>
        </pc:graphicFrameChg>
      </pc:sldChg>
      <pc:sldChg chg="addSp delSp modSp add mod addAnim delAnim modAnim">
        <pc:chgData name="Schneider Miguel" userId="edc340df-3076-41de-a4cb-06d04631cff4" providerId="ADAL" clId="{B83A4F97-F95D-462C-8A14-C92DB3EE3C5A}" dt="2026-05-27T20:33:36.241" v="2333" actId="113"/>
        <pc:sldMkLst>
          <pc:docMk/>
          <pc:sldMk cId="2618175015" sldId="262"/>
        </pc:sldMkLst>
        <pc:spChg chg="add del mod">
          <ac:chgData name="Schneider Miguel" userId="edc340df-3076-41de-a4cb-06d04631cff4" providerId="ADAL" clId="{B83A4F97-F95D-462C-8A14-C92DB3EE3C5A}" dt="2026-05-27T20:30:21.374" v="2295" actId="478"/>
          <ac:spMkLst>
            <pc:docMk/>
            <pc:sldMk cId="2618175015" sldId="262"/>
            <ac:spMk id="6" creationId="{5ABA0B1D-F7AC-48AB-0619-CD53ED665490}"/>
          </ac:spMkLst>
        </pc:spChg>
        <pc:spChg chg="add">
          <ac:chgData name="Schneider Miguel" userId="edc340df-3076-41de-a4cb-06d04631cff4" providerId="ADAL" clId="{B83A4F97-F95D-462C-8A14-C92DB3EE3C5A}" dt="2026-05-27T20:30:17.543" v="2294"/>
          <ac:spMkLst>
            <pc:docMk/>
            <pc:sldMk cId="2618175015" sldId="262"/>
            <ac:spMk id="7" creationId="{D32404CD-2274-9587-5F01-64AB407F9CF7}"/>
          </ac:spMkLst>
        </pc:spChg>
        <pc:spChg chg="add del mod">
          <ac:chgData name="Schneider Miguel" userId="edc340df-3076-41de-a4cb-06d04631cff4" providerId="ADAL" clId="{B83A4F97-F95D-462C-8A14-C92DB3EE3C5A}" dt="2026-05-27T20:32:07.445" v="2321" actId="478"/>
          <ac:spMkLst>
            <pc:docMk/>
            <pc:sldMk cId="2618175015" sldId="262"/>
            <ac:spMk id="9" creationId="{28BF9B4F-2817-0523-B2CB-57B68BFFA34D}"/>
          </ac:spMkLst>
        </pc:spChg>
        <pc:spChg chg="add mod">
          <ac:chgData name="Schneider Miguel" userId="edc340df-3076-41de-a4cb-06d04631cff4" providerId="ADAL" clId="{B83A4F97-F95D-462C-8A14-C92DB3EE3C5A}" dt="2026-05-27T20:33:36.241" v="2333" actId="113"/>
          <ac:spMkLst>
            <pc:docMk/>
            <pc:sldMk cId="2618175015" sldId="262"/>
            <ac:spMk id="10" creationId="{8BEC7D74-5C85-6B65-99D2-B6BDDF5248F2}"/>
          </ac:spMkLst>
        </pc:spChg>
        <pc:graphicFrameChg chg="add mod modGraphic">
          <ac:chgData name="Schneider Miguel" userId="edc340df-3076-41de-a4cb-06d04631cff4" providerId="ADAL" clId="{B83A4F97-F95D-462C-8A14-C92DB3EE3C5A}" dt="2026-05-27T20:32:25.587" v="2323" actId="1076"/>
          <ac:graphicFrameMkLst>
            <pc:docMk/>
            <pc:sldMk cId="2618175015" sldId="262"/>
            <ac:graphicFrameMk id="4" creationId="{64A8C8A6-5351-3CBD-6A50-B5C6DB39E399}"/>
          </ac:graphicFrameMkLst>
        </pc:graphicFrameChg>
        <pc:graphicFrameChg chg="del">
          <ac:chgData name="Schneider Miguel" userId="edc340df-3076-41de-a4cb-06d04631cff4" providerId="ADAL" clId="{B83A4F97-F95D-462C-8A14-C92DB3EE3C5A}" dt="2026-05-27T20:26:49.726" v="2201" actId="478"/>
          <ac:graphicFrameMkLst>
            <pc:docMk/>
            <pc:sldMk cId="2618175015" sldId="262"/>
            <ac:graphicFrameMk id="5" creationId="{FE050127-061C-E970-F399-CF03B031AA74}"/>
          </ac:graphicFrameMkLst>
        </pc:graphicFrameChg>
        <pc:graphicFrameChg chg="del">
          <ac:chgData name="Schneider Miguel" userId="edc340df-3076-41de-a4cb-06d04631cff4" providerId="ADAL" clId="{B83A4F97-F95D-462C-8A14-C92DB3EE3C5A}" dt="2026-05-27T20:26:46.845" v="2200" actId="478"/>
          <ac:graphicFrameMkLst>
            <pc:docMk/>
            <pc:sldMk cId="2618175015" sldId="262"/>
            <ac:graphicFrameMk id="8" creationId="{8B697BD9-A242-BB53-C69E-5C67EDB2D759}"/>
          </ac:graphicFrameMkLst>
        </pc:graphicFrameChg>
      </pc:sldChg>
      <pc:sldChg chg="addSp delSp modSp new mod modTransition">
        <pc:chgData name="Schneider Miguel" userId="edc340df-3076-41de-a4cb-06d04631cff4" providerId="ADAL" clId="{B83A4F97-F95D-462C-8A14-C92DB3EE3C5A}" dt="2026-05-27T20:44:44.477" v="3029"/>
        <pc:sldMkLst>
          <pc:docMk/>
          <pc:sldMk cId="1206364414" sldId="263"/>
        </pc:sldMkLst>
        <pc:spChg chg="add del mod">
          <ac:chgData name="Schneider Miguel" userId="edc340df-3076-41de-a4cb-06d04631cff4" providerId="ADAL" clId="{B83A4F97-F95D-462C-8A14-C92DB3EE3C5A}" dt="2026-05-27T20:35:52.665" v="2456" actId="15"/>
          <ac:spMkLst>
            <pc:docMk/>
            <pc:sldMk cId="1206364414" sldId="263"/>
            <ac:spMk id="2" creationId="{905FAB59-F762-9310-2210-45A8D9BE0228}"/>
          </ac:spMkLst>
        </pc:spChg>
        <pc:spChg chg="mod">
          <ac:chgData name="Schneider Miguel" userId="edc340df-3076-41de-a4cb-06d04631cff4" providerId="ADAL" clId="{B83A4F97-F95D-462C-8A14-C92DB3EE3C5A}" dt="2026-05-27T20:35:08.525" v="2347"/>
          <ac:spMkLst>
            <pc:docMk/>
            <pc:sldMk cId="1206364414" sldId="263"/>
            <ac:spMk id="3" creationId="{65C5DC4A-BE4E-6D7C-51FF-0874DAAC5CE3}"/>
          </ac:spMkLst>
        </pc:spChg>
        <pc:spChg chg="add mod">
          <ac:chgData name="Schneider Miguel" userId="edc340df-3076-41de-a4cb-06d04631cff4" providerId="ADAL" clId="{B83A4F97-F95D-462C-8A14-C92DB3EE3C5A}" dt="2026-05-27T20:34:55.909" v="2344"/>
          <ac:spMkLst>
            <pc:docMk/>
            <pc:sldMk cId="1206364414" sldId="263"/>
            <ac:spMk id="4" creationId="{F91889D9-4B53-2350-2ADC-40352AE77666}"/>
          </ac:spMkLst>
        </pc:spChg>
      </pc:sldChg>
      <pc:sldChg chg="add del">
        <pc:chgData name="Schneider Miguel" userId="edc340df-3076-41de-a4cb-06d04631cff4" providerId="ADAL" clId="{B83A4F97-F95D-462C-8A14-C92DB3EE3C5A}" dt="2026-05-27T20:34:31.605" v="2335" actId="47"/>
        <pc:sldMkLst>
          <pc:docMk/>
          <pc:sldMk cId="1804496881" sldId="263"/>
        </pc:sldMkLst>
      </pc:sldChg>
      <pc:sldChg chg="addSp modSp add del modTransition modAnim">
        <pc:chgData name="Schneider Miguel" userId="edc340df-3076-41de-a4cb-06d04631cff4" providerId="ADAL" clId="{B83A4F97-F95D-462C-8A14-C92DB3EE3C5A}" dt="2026-05-27T19:46:13.487" v="1468" actId="47"/>
        <pc:sldMkLst>
          <pc:docMk/>
          <pc:sldMk cId="2626991230" sldId="263"/>
        </pc:sldMkLst>
      </pc:sldChg>
      <pc:sldChg chg="addSp delSp modSp new del mod modTransition modClrScheme modAnim chgLayout">
        <pc:chgData name="Schneider Miguel" userId="edc340df-3076-41de-a4cb-06d04631cff4" providerId="ADAL" clId="{B83A4F97-F95D-462C-8A14-C92DB3EE3C5A}" dt="2026-05-27T19:46:13.487" v="1468" actId="47"/>
        <pc:sldMkLst>
          <pc:docMk/>
          <pc:sldMk cId="1471206889" sldId="264"/>
        </pc:sldMkLst>
      </pc:sldChg>
      <pc:sldChg chg="addSp delSp modSp new mod modTransition">
        <pc:chgData name="Schneider Miguel" userId="edc340df-3076-41de-a4cb-06d04631cff4" providerId="ADAL" clId="{B83A4F97-F95D-462C-8A14-C92DB3EE3C5A}" dt="2026-05-27T20:58:56.441" v="3052" actId="20577"/>
        <pc:sldMkLst>
          <pc:docMk/>
          <pc:sldMk cId="2229816147" sldId="264"/>
        </pc:sldMkLst>
        <pc:spChg chg="add del mod">
          <ac:chgData name="Schneider Miguel" userId="edc340df-3076-41de-a4cb-06d04631cff4" providerId="ADAL" clId="{B83A4F97-F95D-462C-8A14-C92DB3EE3C5A}" dt="2026-05-27T20:58:56.441" v="3052" actId="20577"/>
          <ac:spMkLst>
            <pc:docMk/>
            <pc:sldMk cId="2229816147" sldId="264"/>
            <ac:spMk id="2" creationId="{8C2B4B16-AB00-20CA-D033-29D137EE979C}"/>
          </ac:spMkLst>
        </pc:spChg>
        <pc:spChg chg="mod">
          <ac:chgData name="Schneider Miguel" userId="edc340df-3076-41de-a4cb-06d04631cff4" providerId="ADAL" clId="{B83A4F97-F95D-462C-8A14-C92DB3EE3C5A}" dt="2026-05-27T20:37:50.471" v="2515" actId="20577"/>
          <ac:spMkLst>
            <pc:docMk/>
            <pc:sldMk cId="2229816147" sldId="264"/>
            <ac:spMk id="3" creationId="{A15FBABE-6D23-C33A-2BA0-15953652A564}"/>
          </ac:spMkLst>
        </pc:spChg>
        <pc:spChg chg="add mod">
          <ac:chgData name="Schneider Miguel" userId="edc340df-3076-41de-a4cb-06d04631cff4" providerId="ADAL" clId="{B83A4F97-F95D-462C-8A14-C92DB3EE3C5A}" dt="2026-05-27T20:37:54.897" v="2517"/>
          <ac:spMkLst>
            <pc:docMk/>
            <pc:sldMk cId="2229816147" sldId="264"/>
            <ac:spMk id="4" creationId="{57DEF6CD-3FF1-CFBC-F176-7BB216AD0267}"/>
          </ac:spMkLst>
        </pc:spChg>
      </pc:sldChg>
      <pc:sldChg chg="add del">
        <pc:chgData name="Schneider Miguel" userId="edc340df-3076-41de-a4cb-06d04631cff4" providerId="ADAL" clId="{B83A4F97-F95D-462C-8A14-C92DB3EE3C5A}" dt="2026-05-27T20:34:43.933" v="2340"/>
        <pc:sldMkLst>
          <pc:docMk/>
          <pc:sldMk cId="2826122336" sldId="264"/>
        </pc:sldMkLst>
      </pc:sldChg>
      <pc:sldChg chg="modSp new mod modTransition">
        <pc:chgData name="Schneider Miguel" userId="edc340df-3076-41de-a4cb-06d04631cff4" providerId="ADAL" clId="{B83A4F97-F95D-462C-8A14-C92DB3EE3C5A}" dt="2026-05-27T20:44:50.726" v="3031"/>
        <pc:sldMkLst>
          <pc:docMk/>
          <pc:sldMk cId="1315954523" sldId="265"/>
        </pc:sldMkLst>
        <pc:spChg chg="mod">
          <ac:chgData name="Schneider Miguel" userId="edc340df-3076-41de-a4cb-06d04631cff4" providerId="ADAL" clId="{B83A4F97-F95D-462C-8A14-C92DB3EE3C5A}" dt="2026-05-27T20:44:17.768" v="3028" actId="113"/>
          <ac:spMkLst>
            <pc:docMk/>
            <pc:sldMk cId="1315954523" sldId="265"/>
            <ac:spMk id="2" creationId="{32CE0F05-2A53-8C71-3D34-66143062C3B0}"/>
          </ac:spMkLst>
        </pc:spChg>
        <pc:spChg chg="mod">
          <ac:chgData name="Schneider Miguel" userId="edc340df-3076-41de-a4cb-06d04631cff4" providerId="ADAL" clId="{B83A4F97-F95D-462C-8A14-C92DB3EE3C5A}" dt="2026-05-27T20:41:19.791" v="2656" actId="20577"/>
          <ac:spMkLst>
            <pc:docMk/>
            <pc:sldMk cId="1315954523" sldId="265"/>
            <ac:spMk id="3" creationId="{91882363-3BA3-20EF-F094-1DB4B0EB9CD6}"/>
          </ac:spMkLst>
        </pc:spChg>
      </pc:sldChg>
      <pc:sldChg chg="addSp delSp modSp new del mod modTransition addAnim delAnim modAnim">
        <pc:chgData name="Schneider Miguel" userId="edc340df-3076-41de-a4cb-06d04631cff4" providerId="ADAL" clId="{B83A4F97-F95D-462C-8A14-C92DB3EE3C5A}" dt="2026-05-27T19:46:13.487" v="1468" actId="47"/>
        <pc:sldMkLst>
          <pc:docMk/>
          <pc:sldMk cId="2116258078" sldId="265"/>
        </pc:sldMkLst>
      </pc:sldChg>
      <pc:sldChg chg="modSp new mod modTransition">
        <pc:chgData name="Schneider Miguel" userId="edc340df-3076-41de-a4cb-06d04631cff4" providerId="ADAL" clId="{B83A4F97-F95D-462C-8A14-C92DB3EE3C5A}" dt="2026-05-27T20:55:11.720" v="3051"/>
        <pc:sldMkLst>
          <pc:docMk/>
          <pc:sldMk cId="1763838811" sldId="266"/>
        </pc:sldMkLst>
        <pc:spChg chg="mod">
          <ac:chgData name="Schneider Miguel" userId="edc340df-3076-41de-a4cb-06d04631cff4" providerId="ADAL" clId="{B83A4F97-F95D-462C-8A14-C92DB3EE3C5A}" dt="2026-05-27T20:54:18.236" v="3043" actId="20577"/>
          <ac:spMkLst>
            <pc:docMk/>
            <pc:sldMk cId="1763838811" sldId="266"/>
            <ac:spMk id="2" creationId="{AC8ABEBE-4950-DFDE-5FBC-452F854B0FC5}"/>
          </ac:spMkLst>
        </pc:spChg>
      </pc:sldChg>
      <pc:sldChg chg="new del">
        <pc:chgData name="Schneider Miguel" userId="edc340df-3076-41de-a4cb-06d04631cff4" providerId="ADAL" clId="{B83A4F97-F95D-462C-8A14-C92DB3EE3C5A}" dt="2026-05-27T20:54:08.928" v="3035" actId="47"/>
        <pc:sldMkLst>
          <pc:docMk/>
          <pc:sldMk cId="3269496599" sldId="266"/>
        </pc:sldMkLst>
      </pc:sldChg>
      <pc:sldChg chg="addSp delSp modSp new del mod modTransition modAnim modNotesTx">
        <pc:chgData name="Schneider Miguel" userId="edc340df-3076-41de-a4cb-06d04631cff4" providerId="ADAL" clId="{B83A4F97-F95D-462C-8A14-C92DB3EE3C5A}" dt="2026-05-27T19:46:13.487" v="1468" actId="47"/>
        <pc:sldMkLst>
          <pc:docMk/>
          <pc:sldMk cId="3627710073" sldId="266"/>
        </pc:sldMkLst>
      </pc:sldChg>
      <pc:sldChg chg="modSp new del mod ord">
        <pc:chgData name="Schneider Miguel" userId="edc340df-3076-41de-a4cb-06d04631cff4" providerId="ADAL" clId="{B83A4F97-F95D-462C-8A14-C92DB3EE3C5A}" dt="2026-05-27T19:47:35.922" v="1543" actId="2696"/>
        <pc:sldMkLst>
          <pc:docMk/>
          <pc:sldMk cId="1073310647" sldId="267"/>
        </pc:sldMkLst>
      </pc:sldChg>
      <pc:sldChg chg="addSp modSp add del mod modTransition addAnim delAnim modAnim modNotesTx">
        <pc:chgData name="Schneider Miguel" userId="edc340df-3076-41de-a4cb-06d04631cff4" providerId="ADAL" clId="{B83A4F97-F95D-462C-8A14-C92DB3EE3C5A}" dt="2026-05-27T19:46:27.977" v="1469" actId="47"/>
        <pc:sldMkLst>
          <pc:docMk/>
          <pc:sldMk cId="2906501396" sldId="26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EF78FE7E-4A94-4C1D-336C-F7A1CA5868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88227" tIns="44114" rIns="88227" bIns="44114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9369913-F08E-D3E7-ECD6-E99C2C8381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88227" tIns="44114" rIns="88227" bIns="44114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A9025CC8-DBAC-45E7-AD35-11370B714878}" type="datetimeFigureOut">
              <a:rPr lang="de-CH"/>
              <a:pPr>
                <a:defRPr/>
              </a:pPr>
              <a:t>28.05.2026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CCB38F3-134B-372B-E6AF-342BCC104C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1338"/>
            <a:ext cx="2946400" cy="495300"/>
          </a:xfrm>
          <a:prstGeom prst="rect">
            <a:avLst/>
          </a:prstGeom>
        </p:spPr>
        <p:txBody>
          <a:bodyPr vert="horz" lIns="88227" tIns="44114" rIns="88227" bIns="44114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2A58738-00A3-65A6-EFBE-DF695CBC71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31338"/>
            <a:ext cx="2946400" cy="495300"/>
          </a:xfrm>
          <a:prstGeom prst="rect">
            <a:avLst/>
          </a:prstGeom>
        </p:spPr>
        <p:txBody>
          <a:bodyPr vert="horz" lIns="88227" tIns="44114" rIns="88227" bIns="44114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9C29B158-E64C-4D8E-B5AC-0C2D6B9F6D13}" type="slidenum">
              <a:rPr lang="de-CH"/>
              <a:pPr>
                <a:defRPr/>
              </a:pPr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14921D97-3126-36A0-5AE3-6406196D03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5568" tIns="47784" rIns="95568" bIns="47784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>
                <a:latin typeface="+mn-lt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A46F9DC-84B6-F3BD-1880-4D022F69382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5568" tIns="47784" rIns="95568" bIns="47784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 smtClean="0">
                <a:latin typeface="+mn-lt"/>
              </a:defRPr>
            </a:lvl1pPr>
          </a:lstStyle>
          <a:p>
            <a:pPr>
              <a:defRPr/>
            </a:pPr>
            <a:fld id="{CDF97E7D-E8A9-4A31-9C91-51B970C502AB}" type="datetimeFigureOut">
              <a:rPr lang="de-CH"/>
              <a:pPr>
                <a:defRPr/>
              </a:pPr>
              <a:t>28.05.2026</a:t>
            </a:fld>
            <a:endParaRPr lang="de-CH"/>
          </a:p>
        </p:txBody>
      </p:sp>
      <p:sp>
        <p:nvSpPr>
          <p:cNvPr id="4" name="Folienbildplatzhalter 3">
            <a:extLst>
              <a:ext uri="{FF2B5EF4-FFF2-40B4-BE49-F238E27FC236}">
                <a16:creationId xmlns:a16="http://schemas.microsoft.com/office/drawing/2014/main" id="{D3B7B3C5-8B2A-BF22-339C-7F96F4861A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8" tIns="47784" rIns="95568" bIns="47784" rtlCol="0" anchor="ctr"/>
          <a:lstStyle/>
          <a:p>
            <a:pPr lvl="0"/>
            <a:endParaRPr lang="de-CH" noProof="0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D81DAB0F-5680-952F-9177-B9A300BF95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6463"/>
            <a:ext cx="5438775" cy="4467225"/>
          </a:xfrm>
          <a:prstGeom prst="rect">
            <a:avLst/>
          </a:prstGeom>
        </p:spPr>
        <p:txBody>
          <a:bodyPr vert="horz" lIns="95568" tIns="47784" rIns="95568" bIns="47784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7472FB5-EF6B-EDE0-29AC-9099B00FB2A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5568" tIns="47784" rIns="95568" bIns="47784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>
                <a:latin typeface="+mn-lt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2E892CF-964F-5085-8F4B-5D83241DB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5568" tIns="47784" rIns="95568" bIns="47784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 smtClean="0">
                <a:latin typeface="+mn-lt"/>
              </a:defRPr>
            </a:lvl1pPr>
          </a:lstStyle>
          <a:p>
            <a:pPr>
              <a:defRPr/>
            </a:pPr>
            <a:fld id="{A1B0ADD9-F871-476F-B63E-6EC9D946EA54}" type="slidenum">
              <a:rPr lang="de-CH"/>
              <a:pPr>
                <a:defRPr/>
              </a:pPr>
              <a:t>‹Nr.›</a:t>
            </a:fld>
            <a:endParaRPr lang="de-C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C5867-4733-2BA6-5AD3-D829FB97D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lienbildplatzhalter 1">
            <a:extLst>
              <a:ext uri="{FF2B5EF4-FFF2-40B4-BE49-F238E27FC236}">
                <a16:creationId xmlns:a16="http://schemas.microsoft.com/office/drawing/2014/main" id="{8E6FDEC6-DAD8-990B-DDFB-9CC201344F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izenplatzhalter 2">
            <a:extLst>
              <a:ext uri="{FF2B5EF4-FFF2-40B4-BE49-F238E27FC236}">
                <a16:creationId xmlns:a16="http://schemas.microsoft.com/office/drawing/2014/main" id="{E02F694C-44D5-9A5F-7FC5-A4DB71B478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de-CH" altLang="de-DE"/>
          </a:p>
        </p:txBody>
      </p:sp>
      <p:sp>
        <p:nvSpPr>
          <p:cNvPr id="7172" name="Foliennummernplatzhalter 3">
            <a:extLst>
              <a:ext uri="{FF2B5EF4-FFF2-40B4-BE49-F238E27FC236}">
                <a16:creationId xmlns:a16="http://schemas.microsoft.com/office/drawing/2014/main" id="{8E43CAFA-F1D7-C46E-D15D-69216E494F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E2824D0-8D12-453F-9BC6-3D63C2BC31B9}" type="slidenum">
              <a:rPr lang="de-CH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de-CH" altLang="de-DE"/>
          </a:p>
        </p:txBody>
      </p:sp>
    </p:spTree>
    <p:extLst>
      <p:ext uri="{BB962C8B-B14F-4D97-AF65-F5344CB8AC3E}">
        <p14:creationId xmlns:p14="http://schemas.microsoft.com/office/powerpoint/2010/main" val="2218193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Person, Kleidung, Im Haus, computer enthält.&#10;&#10;KI-generierte Inhalte können fehlerhaft sein.">
            <a:extLst>
              <a:ext uri="{FF2B5EF4-FFF2-40B4-BE49-F238E27FC236}">
                <a16:creationId xmlns:a16="http://schemas.microsoft.com/office/drawing/2014/main" id="{8541E389-ED1D-A804-AA72-D6A9271DE2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8425" b="18847"/>
          <a:stretch>
            <a:fillRect/>
          </a:stretch>
        </p:blipFill>
        <p:spPr>
          <a:xfrm>
            <a:off x="0" y="0"/>
            <a:ext cx="12209996" cy="3844925"/>
          </a:xfrm>
          <a:prstGeom prst="rect">
            <a:avLst/>
          </a:prstGeom>
        </p:spPr>
      </p:pic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0F96058B-0431-3E54-0615-9C1BCB6C8EBC}"/>
              </a:ext>
            </a:extLst>
          </p:cNvPr>
          <p:cNvSpPr/>
          <p:nvPr userDrawn="1"/>
        </p:nvSpPr>
        <p:spPr>
          <a:xfrm>
            <a:off x="469900" y="0"/>
            <a:ext cx="2667000" cy="2109788"/>
          </a:xfrm>
          <a:custGeom>
            <a:avLst/>
            <a:gdLst>
              <a:gd name="connsiteX0" fmla="*/ 371211 w 2667000"/>
              <a:gd name="connsiteY0" fmla="*/ 0 h 2110022"/>
              <a:gd name="connsiteX1" fmla="*/ 2295790 w 2667000"/>
              <a:gd name="connsiteY1" fmla="*/ 0 h 2110022"/>
              <a:gd name="connsiteX2" fmla="*/ 2362494 w 2667000"/>
              <a:gd name="connsiteY2" fmla="*/ 68671 h 2110022"/>
              <a:gd name="connsiteX3" fmla="*/ 2667000 w 2667000"/>
              <a:gd name="connsiteY3" fmla="*/ 862323 h 2110022"/>
              <a:gd name="connsiteX4" fmla="*/ 1333500 w 2667000"/>
              <a:gd name="connsiteY4" fmla="*/ 2110022 h 2110022"/>
              <a:gd name="connsiteX5" fmla="*/ 0 w 2667000"/>
              <a:gd name="connsiteY5" fmla="*/ 862323 h 2110022"/>
              <a:gd name="connsiteX6" fmla="*/ 304507 w 2667000"/>
              <a:gd name="connsiteY6" fmla="*/ 68671 h 2110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7000" h="2110022">
                <a:moveTo>
                  <a:pt x="371211" y="0"/>
                </a:moveTo>
                <a:lnTo>
                  <a:pt x="2295790" y="0"/>
                </a:lnTo>
                <a:lnTo>
                  <a:pt x="2362494" y="68671"/>
                </a:lnTo>
                <a:cubicBezTo>
                  <a:pt x="2552725" y="284347"/>
                  <a:pt x="2667000" y="560848"/>
                  <a:pt x="2667000" y="862323"/>
                </a:cubicBezTo>
                <a:cubicBezTo>
                  <a:pt x="2667000" y="1551408"/>
                  <a:pt x="2069972" y="2110022"/>
                  <a:pt x="1333500" y="2110022"/>
                </a:cubicBezTo>
                <a:cubicBezTo>
                  <a:pt x="597028" y="2110022"/>
                  <a:pt x="0" y="1551408"/>
                  <a:pt x="0" y="862323"/>
                </a:cubicBezTo>
                <a:cubicBezTo>
                  <a:pt x="0" y="560848"/>
                  <a:pt x="114275" y="284347"/>
                  <a:pt x="304507" y="68671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solidFill>
              <a:srgbClr val="B100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CH"/>
          </a:p>
        </p:txBody>
      </p:sp>
      <p:pic>
        <p:nvPicPr>
          <p:cNvPr id="6" name="Grafik 4">
            <a:extLst>
              <a:ext uri="{FF2B5EF4-FFF2-40B4-BE49-F238E27FC236}">
                <a16:creationId xmlns:a16="http://schemas.microsoft.com/office/drawing/2014/main" id="{2BA6F662-67CD-B7AB-9A6E-D1C0F522FC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75" y="333375"/>
            <a:ext cx="197485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39350" y="4365105"/>
            <a:ext cx="11713301" cy="893961"/>
          </a:xfrm>
          <a:prstGeom prst="rect">
            <a:avLst/>
          </a:prstGeom>
        </p:spPr>
        <p:txBody>
          <a:bodyPr/>
          <a:lstStyle>
            <a:lvl1pPr algn="l">
              <a:defRPr sz="3200" b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39350" y="5301208"/>
            <a:ext cx="11713301" cy="1032520"/>
          </a:xfrm>
        </p:spPr>
        <p:txBody>
          <a:bodyPr>
            <a:normAutofit/>
          </a:bodyPr>
          <a:lstStyle>
            <a:lvl1pPr marL="0" indent="0" algn="l">
              <a:buNone/>
              <a:defRPr sz="1400" baseline="0">
                <a:solidFill>
                  <a:srgbClr val="B2005E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82274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3325483" y="260648"/>
            <a:ext cx="8256917" cy="720080"/>
          </a:xfrm>
          <a:prstGeom prst="rect">
            <a:avLst/>
          </a:prstGeom>
        </p:spPr>
        <p:txBody>
          <a:bodyPr/>
          <a:lstStyle>
            <a:lvl1pPr algn="l">
              <a:defRPr b="0">
                <a:solidFill>
                  <a:srgbClr val="B2005E"/>
                </a:solidFill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650608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tter 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0959008" cy="639762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1095900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3311691" y="260648"/>
            <a:ext cx="8256917" cy="720080"/>
          </a:xfrm>
          <a:prstGeom prst="rect">
            <a:avLst/>
          </a:prstGeom>
        </p:spPr>
        <p:txBody>
          <a:bodyPr/>
          <a:lstStyle>
            <a:lvl1pPr algn="l">
              <a:defRPr b="0">
                <a:solidFill>
                  <a:srgbClr val="A11559"/>
                </a:solidFill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863242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Person, Kleidung, Im Haus, computer enthält.&#10;&#10;KI-generierte Inhalte können fehlerhaft sein.">
            <a:extLst>
              <a:ext uri="{FF2B5EF4-FFF2-40B4-BE49-F238E27FC236}">
                <a16:creationId xmlns:a16="http://schemas.microsoft.com/office/drawing/2014/main" id="{8E51EA5F-C594-DE02-7A04-269D3C62AD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8425" b="35023"/>
          <a:stretch>
            <a:fillRect/>
          </a:stretch>
        </p:blipFill>
        <p:spPr>
          <a:xfrm>
            <a:off x="-8998" y="1268414"/>
            <a:ext cx="12209996" cy="266541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</p:spPr>
        <p:txBody>
          <a:bodyPr anchor="t"/>
          <a:lstStyle>
            <a:lvl1pPr algn="l">
              <a:defRPr sz="2900" b="0" cap="all">
                <a:solidFill>
                  <a:srgbClr val="A11559"/>
                </a:solidFill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33284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latin typeface="Aptos" panose="020B0004020202020204" pitchFamily="34" charset="0"/>
              </a:defRPr>
            </a:lvl1pPr>
            <a:lvl2pPr>
              <a:defRPr sz="2400">
                <a:latin typeface="Aptos" panose="020B0004020202020204" pitchFamily="34" charset="0"/>
              </a:defRPr>
            </a:lvl2pPr>
            <a:lvl3pPr>
              <a:defRPr sz="2000">
                <a:latin typeface="Aptos" panose="020B0004020202020204" pitchFamily="34" charset="0"/>
              </a:defRPr>
            </a:lvl3pPr>
            <a:lvl4pPr>
              <a:defRPr sz="1800">
                <a:latin typeface="Aptos" panose="020B0004020202020204" pitchFamily="34" charset="0"/>
              </a:defRPr>
            </a:lvl4pPr>
            <a:lvl5pPr>
              <a:defRPr sz="1800">
                <a:latin typeface="Aptos" panose="020B00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3325483" y="260648"/>
            <a:ext cx="8256917" cy="720080"/>
          </a:xfrm>
          <a:prstGeom prst="rect">
            <a:avLst/>
          </a:prstGeom>
        </p:spPr>
        <p:txBody>
          <a:bodyPr/>
          <a:lstStyle>
            <a:lvl1pPr algn="l">
              <a:defRPr b="0">
                <a:solidFill>
                  <a:srgbClr val="A11559"/>
                </a:solidFill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00304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3325484" y="260648"/>
            <a:ext cx="8256917" cy="720080"/>
          </a:xfrm>
          <a:prstGeom prst="rect">
            <a:avLst/>
          </a:prstGeom>
        </p:spPr>
        <p:txBody>
          <a:bodyPr/>
          <a:lstStyle>
            <a:lvl1pPr algn="l">
              <a:defRPr b="0">
                <a:solidFill>
                  <a:srgbClr val="A11559"/>
                </a:solidFill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29368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>
          <a:xfrm>
            <a:off x="3503712" y="260648"/>
            <a:ext cx="8256917" cy="720080"/>
          </a:xfrm>
          <a:prstGeom prst="rect">
            <a:avLst/>
          </a:prstGeom>
        </p:spPr>
        <p:txBody>
          <a:bodyPr/>
          <a:lstStyle>
            <a:lvl1pPr algn="l">
              <a:defRPr b="0">
                <a:solidFill>
                  <a:srgbClr val="A11559"/>
                </a:solidFill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57231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51584" y="5085184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0"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51584" y="1412777"/>
            <a:ext cx="7315200" cy="3602831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CH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51584" y="566124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44461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4D35A210-F531-061A-6B2C-A7BC48C75B8A}"/>
              </a:ext>
            </a:extLst>
          </p:cNvPr>
          <p:cNvSpPr/>
          <p:nvPr userDrawn="1"/>
        </p:nvSpPr>
        <p:spPr>
          <a:xfrm>
            <a:off x="0" y="6611938"/>
            <a:ext cx="12192000" cy="246062"/>
          </a:xfrm>
          <a:prstGeom prst="rect">
            <a:avLst/>
          </a:prstGeom>
          <a:solidFill>
            <a:srgbClr val="B2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CH"/>
          </a:p>
        </p:txBody>
      </p:sp>
      <p:sp>
        <p:nvSpPr>
          <p:cNvPr id="1027" name="Textplatzhalter 2">
            <a:extLst>
              <a:ext uri="{FF2B5EF4-FFF2-40B4-BE49-F238E27FC236}">
                <a16:creationId xmlns:a16="http://schemas.microsoft.com/office/drawing/2014/main" id="{13CFC831-B0DA-0E2C-DAC1-E781ED8F2C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  <a:endParaRPr lang="de-CH" altLang="de-DE"/>
          </a:p>
        </p:txBody>
      </p:sp>
      <p:sp>
        <p:nvSpPr>
          <p:cNvPr id="1028" name="Textfeld 7">
            <a:extLst>
              <a:ext uri="{FF2B5EF4-FFF2-40B4-BE49-F238E27FC236}">
                <a16:creationId xmlns:a16="http://schemas.microsoft.com/office/drawing/2014/main" id="{243DD268-273D-B496-EC5B-BD4C06572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1938"/>
            <a:ext cx="6191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6D12456F-F033-46EC-BDBF-E80F6422B89E}" type="slidenum">
              <a:rPr lang="de-CH" altLang="de-DE" sz="1000">
                <a:solidFill>
                  <a:schemeClr val="bg1"/>
                </a:solidFill>
                <a:latin typeface="Zurich LtCn BT" panose="020B0406020202040204" pitchFamily="34" charset="0"/>
              </a:rPr>
              <a:pPr eaLnBrk="1" hangingPunct="1"/>
              <a:t>‹Nr.›</a:t>
            </a:fld>
            <a:endParaRPr lang="de-CH" altLang="de-DE" sz="1000">
              <a:solidFill>
                <a:schemeClr val="bg1"/>
              </a:solidFill>
              <a:latin typeface="Zurich LtCn BT" panose="020B0406020202040204" pitchFamily="34" charset="0"/>
            </a:endParaRP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934CAF86-C4AA-3723-209C-97FCC9A6ED8D}"/>
              </a:ext>
            </a:extLst>
          </p:cNvPr>
          <p:cNvCxnSpPr/>
          <p:nvPr userDrawn="1"/>
        </p:nvCxnSpPr>
        <p:spPr>
          <a:xfrm>
            <a:off x="0" y="836613"/>
            <a:ext cx="12192000" cy="0"/>
          </a:xfrm>
          <a:prstGeom prst="line">
            <a:avLst/>
          </a:prstGeom>
          <a:ln>
            <a:solidFill>
              <a:srgbClr val="B200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Grafik 13" descr="Ein Bild, das Zeichnung, Uhr, Schild enthält.&#10;&#10;Automatisch generierte Beschreibung">
            <a:extLst>
              <a:ext uri="{FF2B5EF4-FFF2-40B4-BE49-F238E27FC236}">
                <a16:creationId xmlns:a16="http://schemas.microsoft.com/office/drawing/2014/main" id="{C6797A92-08C7-8AAE-D397-B7E3CC890D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344" r="40219"/>
          <a:stretch>
            <a:fillRect/>
          </a:stretch>
        </p:blipFill>
        <p:spPr bwMode="auto">
          <a:xfrm>
            <a:off x="309563" y="188913"/>
            <a:ext cx="1106487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1" r:id="rId2"/>
    <p:sldLayoutId id="2147483662" r:id="rId3"/>
    <p:sldLayoutId id="2147483668" r:id="rId4"/>
    <p:sldLayoutId id="2147483663" r:id="rId5"/>
    <p:sldLayoutId id="2147483664" r:id="rId6"/>
    <p:sldLayoutId id="2147483665" r:id="rId7"/>
    <p:sldLayoutId id="2147483666" r:id="rId8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rgbClr val="B2005E"/>
          </a:solidFill>
          <a:latin typeface="Zurich Cn BT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D9E4F-E4E6-4B97-5496-27A4232BA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el 1">
            <a:extLst>
              <a:ext uri="{FF2B5EF4-FFF2-40B4-BE49-F238E27FC236}">
                <a16:creationId xmlns:a16="http://schemas.microsoft.com/office/drawing/2014/main" id="{4278D36C-8B88-C6B1-9A80-37BCAF8A9AA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39713" y="4365625"/>
            <a:ext cx="11712575" cy="107959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de-CH" dirty="0"/>
              <a:t>Zwischenpräsentation 1, Semesterarbeit 5</a:t>
            </a:r>
            <a:br>
              <a:rPr lang="de-CH" dirty="0"/>
            </a:br>
            <a:r>
              <a:rPr lang="de-CH" dirty="0"/>
              <a:t>PoC: </a:t>
            </a:r>
            <a:r>
              <a:rPr lang="de-CH" dirty="0" err="1"/>
              <a:t>Kubernetes</a:t>
            </a:r>
            <a:r>
              <a:rPr lang="de-CH" dirty="0"/>
              <a:t>-basierter Developer Hub</a:t>
            </a:r>
            <a:endParaRPr lang="de-CH" altLang="de-DE" dirty="0"/>
          </a:p>
        </p:txBody>
      </p:sp>
      <p:sp>
        <p:nvSpPr>
          <p:cNvPr id="6147" name="Untertitel 4">
            <a:extLst>
              <a:ext uri="{FF2B5EF4-FFF2-40B4-BE49-F238E27FC236}">
                <a16:creationId xmlns:a16="http://schemas.microsoft.com/office/drawing/2014/main" id="{7EBADA7C-B089-07C8-B189-97E61B9B8D8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39713" y="5300663"/>
            <a:ext cx="11712575" cy="1033462"/>
          </a:xfrm>
        </p:spPr>
        <p:txBody>
          <a:bodyPr/>
          <a:lstStyle/>
          <a:p>
            <a:br>
              <a:rPr lang="de-CH" altLang="de-DE"/>
            </a:br>
            <a:endParaRPr lang="de-CH" altLang="de-DE"/>
          </a:p>
          <a:p>
            <a:endParaRPr lang="de-CH" altLang="de-DE"/>
          </a:p>
        </p:txBody>
      </p:sp>
      <p:sp>
        <p:nvSpPr>
          <p:cNvPr id="6148" name="Untertitel 2">
            <a:extLst>
              <a:ext uri="{FF2B5EF4-FFF2-40B4-BE49-F238E27FC236}">
                <a16:creationId xmlns:a16="http://schemas.microsoft.com/office/drawing/2014/main" id="{1322B7DA-7A16-59E9-1BA3-DAF590BCC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3" y="5343525"/>
            <a:ext cx="11714162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de-DE" altLang="de-DE" sz="1400" dirty="0">
              <a:solidFill>
                <a:srgbClr val="B2005E"/>
              </a:solidFill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de-CH" altLang="de-DE" sz="1400" dirty="0">
                <a:solidFill>
                  <a:srgbClr val="B2005E"/>
                </a:solidFill>
              </a:rPr>
              <a:t>Donnerstag, 28. Mai 2026</a:t>
            </a:r>
            <a:br>
              <a:rPr lang="de-CH" altLang="de-DE" sz="1400" dirty="0">
                <a:solidFill>
                  <a:srgbClr val="B2005E"/>
                </a:solidFill>
              </a:rPr>
            </a:br>
            <a:r>
              <a:rPr lang="de-CH" altLang="de-DE" sz="1400" dirty="0">
                <a:solidFill>
                  <a:srgbClr val="B2005E"/>
                </a:solidFill>
              </a:rPr>
              <a:t>Einsiedeln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de-CH" altLang="de-DE" sz="1400" dirty="0">
                <a:solidFill>
                  <a:srgbClr val="B2005E"/>
                </a:solidFill>
              </a:rPr>
              <a:t>Miguel Schneider, miguel.schneider@iseag.ch</a:t>
            </a:r>
          </a:p>
        </p:txBody>
      </p:sp>
    </p:spTree>
    <p:extLst>
      <p:ext uri="{BB962C8B-B14F-4D97-AF65-F5344CB8AC3E}">
        <p14:creationId xmlns:p14="http://schemas.microsoft.com/office/powerpoint/2010/main" val="2162806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E62E7-E4F9-ED3A-2195-41E0DFC80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2235A34-9A16-DA3B-BB20-16116E686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dirty="0"/>
              <a:t>	#1 - </a:t>
            </a:r>
            <a:r>
              <a:rPr lang="en-US" dirty="0"/>
              <a:t>Prepare the Repository Structure for the Project</a:t>
            </a:r>
          </a:p>
          <a:p>
            <a:pPr marL="0" indent="0">
              <a:buNone/>
            </a:pPr>
            <a:r>
              <a:rPr lang="de-CH" dirty="0"/>
              <a:t>	#2 - </a:t>
            </a:r>
            <a:r>
              <a:rPr lang="en-US" dirty="0"/>
              <a:t>Create the Introduction and Project Documentation Structure</a:t>
            </a:r>
          </a:p>
          <a:p>
            <a:pPr marL="0" indent="0">
              <a:buNone/>
            </a:pPr>
            <a:r>
              <a:rPr lang="de-CH" dirty="0"/>
              <a:t>	#3 - </a:t>
            </a:r>
            <a:r>
              <a:rPr lang="en-US" dirty="0"/>
              <a:t>Evaluate and Compare Developer Hub Solutions</a:t>
            </a:r>
          </a:p>
          <a:p>
            <a:pPr marL="0" indent="0">
              <a:buNone/>
            </a:pPr>
            <a:r>
              <a:rPr lang="de-CH" dirty="0"/>
              <a:t>	#4 - </a:t>
            </a:r>
            <a:r>
              <a:rPr lang="en-US" dirty="0"/>
              <a:t>infra: Build the Initial Kubernetes Cluster Environment</a:t>
            </a:r>
          </a:p>
          <a:p>
            <a:endParaRPr lang="de-CH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E6E36FF-76D4-0C96-86AF-9FFC77E08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Sprint 1, Ziele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EBB9AAA-FCD1-F9D3-660E-F296434479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6" y="3040359"/>
            <a:ext cx="532657" cy="53265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DBD4AE5-CE5B-C79D-71CD-0EB1CD212F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6" y="1605338"/>
            <a:ext cx="388640" cy="38864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2E1629F-A555-BEA5-169E-DB5AB73C58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5" y="2066730"/>
            <a:ext cx="388640" cy="38864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5D8DB4E-8D27-889D-2E6A-5482F0682F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5" y="2536304"/>
            <a:ext cx="388640" cy="388640"/>
          </a:xfrm>
          <a:prstGeom prst="rect">
            <a:avLst/>
          </a:prstGeom>
        </p:spPr>
      </p:pic>
      <p:pic>
        <p:nvPicPr>
          <p:cNvPr id="1026" name="Picture 2" descr="Pollen Mit Heuschnupfen Stock Vektor Art und mehr Bilder von Allergie -  Allergie, Comic - Kunstwerk, Erkältung - iStock">
            <a:extLst>
              <a:ext uri="{FF2B5EF4-FFF2-40B4-BE49-F238E27FC236}">
                <a16:creationId xmlns:a16="http://schemas.microsoft.com/office/drawing/2014/main" id="{05D34A35-E749-6D81-DAE2-148372CAF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224" y="3841342"/>
            <a:ext cx="3025011" cy="2249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7035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4B2EFF8-D0C8-FACD-7A28-DD6049EF5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CH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37FFFB2-B9F7-8BCA-97DE-D03B39C63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Evaluation Developer Hubs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24595FDA-8AF4-F90F-D697-9F8AC820D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83908"/>
              </p:ext>
            </p:extLst>
          </p:nvPr>
        </p:nvGraphicFramePr>
        <p:xfrm>
          <a:off x="1847528" y="2471192"/>
          <a:ext cx="8496944" cy="2764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8472">
                  <a:extLst>
                    <a:ext uri="{9D8B030D-6E8A-4147-A177-3AD203B41FA5}">
                      <a16:colId xmlns:a16="http://schemas.microsoft.com/office/drawing/2014/main" val="1128509280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3852179075"/>
                    </a:ext>
                  </a:extLst>
                </a:gridCol>
              </a:tblGrid>
              <a:tr h="691226">
                <a:tc>
                  <a:txBody>
                    <a:bodyPr/>
                    <a:lstStyle/>
                    <a:p>
                      <a:pPr algn="ctr"/>
                      <a:r>
                        <a:rPr lang="de-CH" sz="2200" dirty="0" err="1"/>
                        <a:t>Platform</a:t>
                      </a:r>
                      <a:endParaRPr lang="de-CH" sz="2200" dirty="0"/>
                    </a:p>
                  </a:txBody>
                  <a:tcPr anchor="ctr">
                    <a:solidFill>
                      <a:srgbClr val="B200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Fokus</a:t>
                      </a:r>
                    </a:p>
                  </a:txBody>
                  <a:tcPr anchor="ctr">
                    <a:solidFill>
                      <a:srgbClr val="B200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772177"/>
                  </a:ext>
                </a:extLst>
              </a:tr>
              <a:tr h="691226">
                <a:tc>
                  <a:txBody>
                    <a:bodyPr/>
                    <a:lstStyle/>
                    <a:p>
                      <a:r>
                        <a:rPr lang="de-CH" sz="2200" dirty="0"/>
                        <a:t>Backstage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2200" dirty="0"/>
                        <a:t>Flexibilität &amp; Erweiterbarkeit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542306"/>
                  </a:ext>
                </a:extLst>
              </a:tr>
              <a:tr h="691226">
                <a:tc>
                  <a:txBody>
                    <a:bodyPr/>
                    <a:lstStyle/>
                    <a:p>
                      <a:r>
                        <a:rPr lang="de-CH" sz="2200" dirty="0" err="1"/>
                        <a:t>Red</a:t>
                      </a:r>
                      <a:r>
                        <a:rPr lang="de-CH" sz="2200" dirty="0"/>
                        <a:t> Hat Developer Hub (RHDH)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2200" dirty="0"/>
                        <a:t>Enterprise &amp; Support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770480"/>
                  </a:ext>
                </a:extLst>
              </a:tr>
              <a:tr h="691226">
                <a:tc>
                  <a:txBody>
                    <a:bodyPr/>
                    <a:lstStyle/>
                    <a:p>
                      <a:r>
                        <a:rPr lang="de-CH" sz="2200" dirty="0"/>
                        <a:t>Port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2200" dirty="0"/>
                        <a:t>Benutzerfreundlichkeit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608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081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0B147-B32F-CD7D-E32E-436E86932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50FB702-6CA0-77DB-C8E6-5B6B6740E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CH" dirty="0"/>
          </a:p>
          <a:p>
            <a:endParaRPr lang="de-CH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0CF0B8F-1A8C-D50A-EA57-CFD852831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Evaluation Developer Hubs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3AD892BE-13FD-F679-9D2B-8C710781E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307736"/>
              </p:ext>
            </p:extLst>
          </p:nvPr>
        </p:nvGraphicFramePr>
        <p:xfrm>
          <a:off x="191345" y="980728"/>
          <a:ext cx="8784976" cy="5400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2118">
                  <a:extLst>
                    <a:ext uri="{9D8B030D-6E8A-4147-A177-3AD203B41FA5}">
                      <a16:colId xmlns:a16="http://schemas.microsoft.com/office/drawing/2014/main" val="1128509280"/>
                    </a:ext>
                  </a:extLst>
                </a:gridCol>
                <a:gridCol w="1587678">
                  <a:extLst>
                    <a:ext uri="{9D8B030D-6E8A-4147-A177-3AD203B41FA5}">
                      <a16:colId xmlns:a16="http://schemas.microsoft.com/office/drawing/2014/main" val="3852179075"/>
                    </a:ext>
                  </a:extLst>
                </a:gridCol>
                <a:gridCol w="1587502">
                  <a:extLst>
                    <a:ext uri="{9D8B030D-6E8A-4147-A177-3AD203B41FA5}">
                      <a16:colId xmlns:a16="http://schemas.microsoft.com/office/drawing/2014/main" val="1130253514"/>
                    </a:ext>
                  </a:extLst>
                </a:gridCol>
                <a:gridCol w="1587678">
                  <a:extLst>
                    <a:ext uri="{9D8B030D-6E8A-4147-A177-3AD203B41FA5}">
                      <a16:colId xmlns:a16="http://schemas.microsoft.com/office/drawing/2014/main" val="3680507277"/>
                    </a:ext>
                  </a:extLst>
                </a:gridCol>
              </a:tblGrid>
              <a:tr h="494492"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Kriterium</a:t>
                      </a:r>
                    </a:p>
                  </a:txBody>
                  <a:tcPr anchor="ctr">
                    <a:solidFill>
                      <a:srgbClr val="B200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Backstage</a:t>
                      </a:r>
                    </a:p>
                  </a:txBody>
                  <a:tcPr anchor="ctr">
                    <a:solidFill>
                      <a:srgbClr val="B200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RHDH</a:t>
                      </a:r>
                    </a:p>
                  </a:txBody>
                  <a:tcPr anchor="ctr">
                    <a:solidFill>
                      <a:srgbClr val="B200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Port</a:t>
                      </a:r>
                    </a:p>
                  </a:txBody>
                  <a:tcPr anchor="ctr">
                    <a:solidFill>
                      <a:srgbClr val="B200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772177"/>
                  </a:ext>
                </a:extLst>
              </a:tr>
              <a:tr h="545123">
                <a:tc>
                  <a:txBody>
                    <a:bodyPr/>
                    <a:lstStyle/>
                    <a:p>
                      <a:r>
                        <a:rPr lang="de-CH" sz="2200" dirty="0" err="1"/>
                        <a:t>Kubernetes</a:t>
                      </a:r>
                      <a:r>
                        <a:rPr lang="de-CH" sz="2200" dirty="0"/>
                        <a:t> </a:t>
                      </a:r>
                      <a:r>
                        <a:rPr lang="de-CH" sz="2200" dirty="0" err="1"/>
                        <a:t>integration</a:t>
                      </a:r>
                      <a:endParaRPr lang="de-CH" sz="2200" dirty="0"/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5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5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3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542306"/>
                  </a:ext>
                </a:extLst>
              </a:tr>
              <a:tr h="545123">
                <a:tc>
                  <a:txBody>
                    <a:bodyPr/>
                    <a:lstStyle/>
                    <a:p>
                      <a:r>
                        <a:rPr lang="de-CH" sz="2200" dirty="0"/>
                        <a:t>Self-Hosting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5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5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2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770480"/>
                  </a:ext>
                </a:extLst>
              </a:tr>
              <a:tr h="545123">
                <a:tc>
                  <a:txBody>
                    <a:bodyPr/>
                    <a:lstStyle/>
                    <a:p>
                      <a:r>
                        <a:rPr lang="de-CH" sz="2200" dirty="0"/>
                        <a:t>Erweiterbarkeit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5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4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3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608985"/>
                  </a:ext>
                </a:extLst>
              </a:tr>
              <a:tr h="545123">
                <a:tc>
                  <a:txBody>
                    <a:bodyPr/>
                    <a:lstStyle/>
                    <a:p>
                      <a:r>
                        <a:rPr lang="de-CH" sz="2200" dirty="0"/>
                        <a:t>Benutzerfreundlichkeit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3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4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5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231083"/>
                  </a:ext>
                </a:extLst>
              </a:tr>
              <a:tr h="545123">
                <a:tc>
                  <a:txBody>
                    <a:bodyPr/>
                    <a:lstStyle/>
                    <a:p>
                      <a:r>
                        <a:rPr lang="de-CH" sz="2200" dirty="0"/>
                        <a:t>Dokumentation &amp; Community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5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4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3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756231"/>
                  </a:ext>
                </a:extLst>
              </a:tr>
              <a:tr h="545123">
                <a:tc>
                  <a:txBody>
                    <a:bodyPr/>
                    <a:lstStyle/>
                    <a:p>
                      <a:r>
                        <a:rPr lang="de-CH" sz="2200" dirty="0"/>
                        <a:t>Enterprise-Funktion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4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5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4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84039"/>
                  </a:ext>
                </a:extLst>
              </a:tr>
              <a:tr h="545123">
                <a:tc>
                  <a:txBody>
                    <a:bodyPr/>
                    <a:lstStyle/>
                    <a:p>
                      <a:r>
                        <a:rPr lang="de-CH" sz="2200" dirty="0"/>
                        <a:t>Betriebsaufwand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3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2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5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60990"/>
                  </a:ext>
                </a:extLst>
              </a:tr>
              <a:tr h="545123">
                <a:tc>
                  <a:txBody>
                    <a:bodyPr/>
                    <a:lstStyle/>
                    <a:p>
                      <a:r>
                        <a:rPr lang="de-CH" sz="2200" dirty="0"/>
                        <a:t>Kosten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5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2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3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843967"/>
                  </a:ext>
                </a:extLst>
              </a:tr>
              <a:tr h="545123">
                <a:tc>
                  <a:txBody>
                    <a:bodyPr/>
                    <a:lstStyle/>
                    <a:p>
                      <a:r>
                        <a:rPr lang="de-CH" sz="2200" dirty="0"/>
                        <a:t>KI-Integration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5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4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3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545039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B2E2DA21-F616-6B57-CE92-447DC5A6A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795875"/>
              </p:ext>
            </p:extLst>
          </p:nvPr>
        </p:nvGraphicFramePr>
        <p:xfrm>
          <a:off x="9120336" y="2568507"/>
          <a:ext cx="295232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7">
                  <a:extLst>
                    <a:ext uri="{9D8B030D-6E8A-4147-A177-3AD203B41FA5}">
                      <a16:colId xmlns:a16="http://schemas.microsoft.com/office/drawing/2014/main" val="261591514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445125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Punkte</a:t>
                      </a:r>
                    </a:p>
                  </a:txBody>
                  <a:tcPr>
                    <a:solidFill>
                      <a:srgbClr val="B200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Bedeutung</a:t>
                      </a:r>
                    </a:p>
                  </a:txBody>
                  <a:tcPr>
                    <a:solidFill>
                      <a:srgbClr val="B200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02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1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Kaum geeignet</a:t>
                      </a:r>
                    </a:p>
                  </a:txBody>
                  <a:tcPr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022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2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Eingeschränkt</a:t>
                      </a:r>
                    </a:p>
                  </a:txBody>
                  <a:tcPr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330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3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Genügend</a:t>
                      </a:r>
                    </a:p>
                  </a:txBody>
                  <a:tcPr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082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4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Gut geeignet</a:t>
                      </a:r>
                    </a:p>
                  </a:txBody>
                  <a:tcPr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259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5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Sehr Gut geeignet</a:t>
                      </a:r>
                    </a:p>
                  </a:txBody>
                  <a:tcPr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432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2031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A8193-08D4-0692-8130-2CF3EE4A0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6FF7EB5-39D3-D735-51B3-764C2341B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CH" dirty="0"/>
          </a:p>
          <a:p>
            <a:endParaRPr lang="de-CH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096FDB3-34CB-51B7-7080-F754D6343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Evaluation Developer Hubs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64A8C8A6-5351-3CBD-6A50-B5C6DB39E3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916470"/>
              </p:ext>
            </p:extLst>
          </p:nvPr>
        </p:nvGraphicFramePr>
        <p:xfrm>
          <a:off x="3451932" y="1730053"/>
          <a:ext cx="528813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9944">
                  <a:extLst>
                    <a:ext uri="{9D8B030D-6E8A-4147-A177-3AD203B41FA5}">
                      <a16:colId xmlns:a16="http://schemas.microsoft.com/office/drawing/2014/main" val="703953103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6068752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Plattform</a:t>
                      </a:r>
                    </a:p>
                  </a:txBody>
                  <a:tcPr anchor="ctr">
                    <a:solidFill>
                      <a:srgbClr val="B200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Bewertung</a:t>
                      </a:r>
                    </a:p>
                  </a:txBody>
                  <a:tcPr anchor="ctr">
                    <a:solidFill>
                      <a:srgbClr val="B200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069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b="1" dirty="0"/>
                        <a:t>Backstage</a:t>
                      </a:r>
                    </a:p>
                  </a:txBody>
                  <a:tcPr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b="1" dirty="0"/>
                        <a:t>40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291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Red</a:t>
                      </a:r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Hat Developer Hub (RHDH)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35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965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Port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31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494109"/>
                  </a:ext>
                </a:extLst>
              </a:tr>
            </a:tbl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8BEC7D74-5C85-6B65-99D2-B6BDDF5248F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395700" y="3863181"/>
            <a:ext cx="54006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Hohe Flexibilität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Sehr gute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Kubernetes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Zukunftssichere Plugin-Architektur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Gute Community und Dokumentation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Gute Grundlage für KI-Integrationen </a:t>
            </a:r>
          </a:p>
        </p:txBody>
      </p:sp>
    </p:spTree>
    <p:extLst>
      <p:ext uri="{BB962C8B-B14F-4D97-AF65-F5344CB8AC3E}">
        <p14:creationId xmlns:p14="http://schemas.microsoft.com/office/powerpoint/2010/main" val="2618175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05FAB59-F762-9310-2210-45A8D9BE0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b="1" dirty="0"/>
              <a:t>Warum wurde nichts von Microsoft bei der Evaluation Berücksichtigt?</a:t>
            </a:r>
          </a:p>
          <a:p>
            <a:pPr lvl="1"/>
            <a:r>
              <a:rPr lang="de-CH" dirty="0"/>
              <a:t>Microsoft bietet aktuell kein eigenes vollständiges Developer-Hub-Portal an</a:t>
            </a:r>
          </a:p>
          <a:p>
            <a:pPr lvl="1"/>
            <a:r>
              <a:rPr lang="de-CH" dirty="0"/>
              <a:t>Microsoft empfiehlt Backstage in Kombination mit Azure-Diensten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5C5DC4A-BE4E-6D7C-51FF-0874DAAC5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Evaluation Developer Hubs</a:t>
            </a:r>
          </a:p>
        </p:txBody>
      </p:sp>
    </p:spTree>
    <p:extLst>
      <p:ext uri="{BB962C8B-B14F-4D97-AF65-F5344CB8AC3E}">
        <p14:creationId xmlns:p14="http://schemas.microsoft.com/office/powerpoint/2010/main" val="1206364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C2B4B16-AB00-20CA-D033-29D137EE9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Nächster Sprint: 19.06.2026 / 22.06.2026</a:t>
            </a:r>
          </a:p>
          <a:p>
            <a:endParaRPr lang="de-DE" dirty="0"/>
          </a:p>
          <a:p>
            <a:r>
              <a:rPr lang="de-DE" dirty="0" err="1"/>
              <a:t>Kubernetes</a:t>
            </a:r>
            <a:r>
              <a:rPr lang="de-DE" dirty="0"/>
              <a:t> Umgebung vorbereiten</a:t>
            </a:r>
          </a:p>
          <a:p>
            <a:r>
              <a:rPr lang="de-DE" dirty="0"/>
              <a:t>Backstage </a:t>
            </a:r>
            <a:r>
              <a:rPr lang="de-DE" dirty="0" err="1"/>
              <a:t>Deployment</a:t>
            </a:r>
            <a:endParaRPr lang="de-DE" dirty="0"/>
          </a:p>
          <a:p>
            <a:r>
              <a:rPr lang="de-DE" dirty="0"/>
              <a:t>Repository-Integration</a:t>
            </a:r>
          </a:p>
          <a:p>
            <a:r>
              <a:rPr lang="de-DE" dirty="0" err="1"/>
              <a:t>Kubernetes</a:t>
            </a:r>
            <a:r>
              <a:rPr lang="de-DE" dirty="0"/>
              <a:t>- und CI/CD-Anbindung</a:t>
            </a:r>
          </a:p>
          <a:p>
            <a:r>
              <a:rPr lang="de-DE"/>
              <a:t>Dokumentation</a:t>
            </a:r>
            <a:endParaRPr lang="de-CH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15FBABE-6D23-C33A-2BA0-15953652A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Nächste Schritte und Ziele</a:t>
            </a:r>
          </a:p>
        </p:txBody>
      </p:sp>
    </p:spTree>
    <p:extLst>
      <p:ext uri="{BB962C8B-B14F-4D97-AF65-F5344CB8AC3E}">
        <p14:creationId xmlns:p14="http://schemas.microsoft.com/office/powerpoint/2010/main" val="2229816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2CE0F05-2A53-8C71-3D34-66143062C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b="1" dirty="0"/>
              <a:t>R4 - Zeitmanagement / Projektumfang</a:t>
            </a:r>
            <a:endParaRPr lang="de-CH" dirty="0"/>
          </a:p>
          <a:p>
            <a:pPr lvl="1"/>
            <a:r>
              <a:rPr lang="de-CH" dirty="0"/>
              <a:t>Pollen-Allergie / Gesundheit</a:t>
            </a:r>
            <a:br>
              <a:rPr lang="de-CH" dirty="0"/>
            </a:br>
            <a:r>
              <a:rPr lang="de-CH" dirty="0"/>
              <a:t>Nicht erreichen von </a:t>
            </a:r>
            <a:r>
              <a:rPr lang="de-CH" dirty="0" err="1"/>
              <a:t>Issue</a:t>
            </a:r>
            <a:r>
              <a:rPr lang="de-CH" dirty="0"/>
              <a:t> #4</a:t>
            </a:r>
          </a:p>
          <a:p>
            <a:pPr lvl="2"/>
            <a:r>
              <a:rPr lang="de-CH" b="1" dirty="0"/>
              <a:t>Massnahme</a:t>
            </a:r>
            <a:r>
              <a:rPr lang="de-CH" dirty="0"/>
              <a:t> -&gt; Wird nichts weiteres Unternommen.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1882363-3BA3-20EF-F094-1DB4B0EB9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Anpassungen der Risiken</a:t>
            </a:r>
          </a:p>
        </p:txBody>
      </p:sp>
    </p:spTree>
    <p:extLst>
      <p:ext uri="{BB962C8B-B14F-4D97-AF65-F5344CB8AC3E}">
        <p14:creationId xmlns:p14="http://schemas.microsoft.com/office/powerpoint/2010/main" val="1315954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8ABEBE-4950-DFDE-5FBC-452F854B0F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Fragen?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64991AA-70C9-7914-054D-0B55C228E4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63838811"/>
      </p:ext>
    </p:extLst>
  </p:cSld>
  <p:clrMapOvr>
    <a:masterClrMapping/>
  </p:clrMapOvr>
  <p:transition spd="med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f0dd11dbc84844e623841b9d988f52e3f6c3e6"/>
</p:tagLst>
</file>

<file path=ppt/theme/theme1.xml><?xml version="1.0" encoding="utf-8"?>
<a:theme xmlns:a="http://schemas.openxmlformats.org/drawingml/2006/main" name="vorlage_iseag_sharepoint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94BFFB14-EC45-4CF3-B3D3-C427F2236913}" vid="{8BE920F8-CEFC-4424-9C2B-A7902A59F7D4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1C04FA0C3EA4C4EB79965F54D2B0AD9" ma:contentTypeVersion="11" ma:contentTypeDescription="Ein neues Dokument erstellen." ma:contentTypeScope="" ma:versionID="1a7d174cd5faf5ef6b054dddf0e89875">
  <xsd:schema xmlns:xsd="http://www.w3.org/2001/XMLSchema" xmlns:xs="http://www.w3.org/2001/XMLSchema" xmlns:p="http://schemas.microsoft.com/office/2006/metadata/properties" xmlns:ns2="e7ffa9ce-e981-4548-8a3e-faca0f49a4d8" xmlns:ns3="7be58b5b-80ee-492e-9755-b8415aeb0c6e" targetNamespace="http://schemas.microsoft.com/office/2006/metadata/properties" ma:root="true" ma:fieldsID="803790f66b3761d819889db172bfb3d4" ns2:_="" ns3:_="">
    <xsd:import namespace="e7ffa9ce-e981-4548-8a3e-faca0f49a4d8"/>
    <xsd:import namespace="7be58b5b-80ee-492e-9755-b8415aeb0c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ffa9ce-e981-4548-8a3e-faca0f49a4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e58b5b-80ee-492e-9755-b8415aeb0c6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5A76868-AAE2-4F25-B452-7786FDB1DEB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7ffa9ce-e981-4548-8a3e-faca0f49a4d8"/>
    <ds:schemaRef ds:uri="7be58b5b-80ee-492e-9755-b8415aeb0c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86E0AB-C1DF-4A15-8074-DBDDB971A0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2023006-0748-4764-B283-7666ECC4D566}">
  <ds:schemaRefs>
    <ds:schemaRef ds:uri="http://schemas.microsoft.com/office/2006/metadata/properties"/>
    <ds:schemaRef ds:uri="http://schemas.microsoft.com/office/infopath/2007/PartnerControls"/>
    <ds:schemaRef ds:uri="7be58b5b-80ee-492e-9755-b8415aeb0c6e"/>
    <ds:schemaRef ds:uri="9f065a27-06bf-47ac-8c93-5e3e5607cd2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ISE AG_PowerPoint Vorlage_Berufsschule</Template>
  <TotalTime>0</TotalTime>
  <Words>276</Words>
  <Application>Microsoft Office PowerPoint</Application>
  <PresentationFormat>Breitbild</PresentationFormat>
  <Paragraphs>104</Paragraphs>
  <Slides>9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5" baseType="lpstr">
      <vt:lpstr>Aptos</vt:lpstr>
      <vt:lpstr>Zurich LtCn BT</vt:lpstr>
      <vt:lpstr>Calibri</vt:lpstr>
      <vt:lpstr>Arial</vt:lpstr>
      <vt:lpstr>Zurich Cn BT</vt:lpstr>
      <vt:lpstr>vorlage_iseag_sharepoint</vt:lpstr>
      <vt:lpstr>Zwischenpräsentation 1, Semesterarbeit 5 PoC: Kubernetes-basierter Developer Hub</vt:lpstr>
      <vt:lpstr>Sprint 1, Ziele</vt:lpstr>
      <vt:lpstr>Evaluation Developer Hubs</vt:lpstr>
      <vt:lpstr>Evaluation Developer Hubs</vt:lpstr>
      <vt:lpstr>Evaluation Developer Hubs</vt:lpstr>
      <vt:lpstr>Evaluation Developer Hubs</vt:lpstr>
      <vt:lpstr>Nächste Schritte und Ziele</vt:lpstr>
      <vt:lpstr>Anpassungen der Risiken</vt:lpstr>
      <vt:lpstr>Fragen?</vt:lpstr>
    </vt:vector>
  </TitlesOfParts>
  <Company>ISE AG Informatik Solutions Einsiedeln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Schneider Miguel</dc:creator>
  <cp:lastModifiedBy>Schneider Miguel</cp:lastModifiedBy>
  <cp:revision>1</cp:revision>
  <cp:lastPrinted>2020-03-18T06:37:58Z</cp:lastPrinted>
  <dcterms:created xsi:type="dcterms:W3CDTF">2026-05-05T13:02:41Z</dcterms:created>
  <dcterms:modified xsi:type="dcterms:W3CDTF">2026-05-28T16:02:28Z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0x010100F1C04FA0C3EA4C4EB79965F54D2B0AD9</vt:lpwstr>
  </property>
  <property fmtid="{D5CDD505-2E9C-101B-9397-08002B2CF9AE}" pid="3" name="_dlc_DocIdItemGuid">
    <vt:lpwstr>e69d5fd0-4d66-45c5-a98a-35a221ed5c0c</vt:lpwstr>
  </property>
  <property fmtid="{D5CDD505-2E9C-101B-9397-08002B2CF9AE}" pid="4" name="Metatags">
    <vt:lpwstr>1;#Kundendokument|fdf38da3-846a-4ae4-943e-b3158fd51a4c</vt:lpwstr>
  </property>
  <property fmtid="{D5CDD505-2E9C-101B-9397-08002B2CF9AE}" pid="5" name="Order">
    <vt:r8>1211300</vt:r8>
  </property>
  <property fmtid="{D5CDD505-2E9C-101B-9397-08002B2CF9AE}" pid="6" name="AuthorIds_UIVersion_1536">
    <vt:lpwstr>28</vt:lpwstr>
  </property>
  <property fmtid="{D5CDD505-2E9C-101B-9397-08002B2CF9AE}" pid="7" name="MediaServiceImageTags">
    <vt:lpwstr/>
  </property>
</Properties>
</file>