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9" r:id="rId6"/>
    <p:sldId id="258" r:id="rId7"/>
    <p:sldId id="257" r:id="rId8"/>
    <p:sldId id="260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797675" cy="9928225"/>
  <p:embeddedFontLst>
    <p:embeddedFont>
      <p:font typeface="Mongolian Baiti" panose="03000500000000000000" pitchFamily="66" charset="0"/>
      <p:regular r:id="rId18"/>
    </p:embeddedFont>
    <p:embeddedFont>
      <p:font typeface="Zurich Cn BT" panose="020B0506020202040204" pitchFamily="34" charset="0"/>
      <p:regular r:id="rId19"/>
      <p:bold r:id="rId20"/>
      <p:italic r:id="rId21"/>
      <p:boldItalic r:id="rId22"/>
    </p:embeddedFont>
    <p:embeddedFont>
      <p:font typeface="Zurich LtCn BT" panose="020B0406020202040204" pitchFamily="34" charset="0"/>
      <p:regular r:id="rId23"/>
      <p:italic r:id="rId24"/>
    </p:embeddedFont>
  </p:embeddedFontLst>
  <p:custDataLst>
    <p:tags r:id="rId25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05E"/>
    <a:srgbClr val="D4AF37"/>
    <a:srgbClr val="FFD700"/>
    <a:srgbClr val="273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F5D443-07BF-4BF9-8579-ED2F792011BB}" v="281" dt="2026-05-06T06:50:58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80292" autoAdjust="0"/>
  </p:normalViewPr>
  <p:slideViewPr>
    <p:cSldViewPr>
      <p:cViewPr varScale="1">
        <p:scale>
          <a:sx n="59" d="100"/>
          <a:sy n="59" d="100"/>
        </p:scale>
        <p:origin x="98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neider Miguel" userId="edc340df-3076-41de-a4cb-06d04631cff4" providerId="ADAL" clId="{B83A4F97-F95D-462C-8A14-C92DB3EE3C5A}"/>
    <pc:docChg chg="undo redo custSel addSld delSld modSld sldOrd">
      <pc:chgData name="Schneider Miguel" userId="edc340df-3076-41de-a4cb-06d04631cff4" providerId="ADAL" clId="{B83A4F97-F95D-462C-8A14-C92DB3EE3C5A}" dt="2026-05-06T07:34:00.880" v="1466" actId="403"/>
      <pc:docMkLst>
        <pc:docMk/>
      </pc:docMkLst>
      <pc:sldChg chg="addSp delSp modSp mod">
        <pc:chgData name="Schneider Miguel" userId="edc340df-3076-41de-a4cb-06d04631cff4" providerId="ADAL" clId="{B83A4F97-F95D-462C-8A14-C92DB3EE3C5A}" dt="2026-05-05T20:23:46.238" v="229" actId="6549"/>
        <pc:sldMkLst>
          <pc:docMk/>
          <pc:sldMk cId="0" sldId="256"/>
        </pc:sldMkLst>
        <pc:spChg chg="add mod ord">
          <ac:chgData name="Schneider Miguel" userId="edc340df-3076-41de-a4cb-06d04631cff4" providerId="ADAL" clId="{B83A4F97-F95D-462C-8A14-C92DB3EE3C5A}" dt="2026-05-05T20:15:17.991" v="146" actId="171"/>
          <ac:spMkLst>
            <pc:docMk/>
            <pc:sldMk cId="0" sldId="256"/>
            <ac:spMk id="2" creationId="{EDEF19E4-A504-C0BB-15C3-BC417CBE24B3}"/>
          </ac:spMkLst>
        </pc:spChg>
        <pc:spChg chg="add mod">
          <ac:chgData name="Schneider Miguel" userId="edc340df-3076-41de-a4cb-06d04631cff4" providerId="ADAL" clId="{B83A4F97-F95D-462C-8A14-C92DB3EE3C5A}" dt="2026-05-05T20:20:56.214" v="203"/>
          <ac:spMkLst>
            <pc:docMk/>
            <pc:sldMk cId="0" sldId="256"/>
            <ac:spMk id="3" creationId="{1155AD62-591C-F529-36DF-41E61BA05C26}"/>
          </ac:spMkLst>
        </pc:spChg>
        <pc:spChg chg="mod">
          <ac:chgData name="Schneider Miguel" userId="edc340df-3076-41de-a4cb-06d04631cff4" providerId="ADAL" clId="{B83A4F97-F95D-462C-8A14-C92DB3EE3C5A}" dt="2026-05-05T20:23:46.238" v="229" actId="6549"/>
          <ac:spMkLst>
            <pc:docMk/>
            <pc:sldMk cId="0" sldId="256"/>
            <ac:spMk id="6146" creationId="{A2C557E0-B747-982D-A904-782CC1EDF759}"/>
          </ac:spMkLst>
        </pc:spChg>
        <pc:spChg chg="del">
          <ac:chgData name="Schneider Miguel" userId="edc340df-3076-41de-a4cb-06d04631cff4" providerId="ADAL" clId="{B83A4F97-F95D-462C-8A14-C92DB3EE3C5A}" dt="2026-05-05T14:23:34.011" v="5" actId="478"/>
          <ac:spMkLst>
            <pc:docMk/>
            <pc:sldMk cId="0" sldId="256"/>
            <ac:spMk id="6148" creationId="{4EE80B38-6D81-4CA4-15EB-DAE761613A7D}"/>
          </ac:spMkLst>
        </pc:spChg>
      </pc:sldChg>
      <pc:sldChg chg="new del ord">
        <pc:chgData name="Schneider Miguel" userId="edc340df-3076-41de-a4cb-06d04631cff4" providerId="ADAL" clId="{B83A4F97-F95D-462C-8A14-C92DB3EE3C5A}" dt="2026-05-05T14:23:27.403" v="3" actId="47"/>
        <pc:sldMkLst>
          <pc:docMk/>
          <pc:sldMk cId="923866404" sldId="257"/>
        </pc:sldMkLst>
      </pc:sldChg>
      <pc:sldChg chg="modSp add mod modTransition setBg">
        <pc:chgData name="Schneider Miguel" userId="edc340df-3076-41de-a4cb-06d04631cff4" providerId="ADAL" clId="{B83A4F97-F95D-462C-8A14-C92DB3EE3C5A}" dt="2026-05-06T06:35:23.321" v="1022" actId="113"/>
        <pc:sldMkLst>
          <pc:docMk/>
          <pc:sldMk cId="2162806361" sldId="257"/>
        </pc:sldMkLst>
        <pc:spChg chg="mod">
          <ac:chgData name="Schneider Miguel" userId="edc340df-3076-41de-a4cb-06d04631cff4" providerId="ADAL" clId="{B83A4F97-F95D-462C-8A14-C92DB3EE3C5A}" dt="2026-05-06T06:35:23.321" v="1022" actId="113"/>
          <ac:spMkLst>
            <pc:docMk/>
            <pc:sldMk cId="2162806361" sldId="257"/>
            <ac:spMk id="6146" creationId="{4278D36C-8B88-C6B1-9A80-37BCAF8A9AA2}"/>
          </ac:spMkLst>
        </pc:spChg>
      </pc:sldChg>
      <pc:sldChg chg="modSp add del setBg">
        <pc:chgData name="Schneider Miguel" userId="edc340df-3076-41de-a4cb-06d04631cff4" providerId="ADAL" clId="{B83A4F97-F95D-462C-8A14-C92DB3EE3C5A}" dt="2026-05-05T20:21:45.228" v="212" actId="47"/>
        <pc:sldMkLst>
          <pc:docMk/>
          <pc:sldMk cId="148345783" sldId="258"/>
        </pc:sldMkLst>
        <pc:spChg chg="mod">
          <ac:chgData name="Schneider Miguel" userId="edc340df-3076-41de-a4cb-06d04631cff4" providerId="ADAL" clId="{B83A4F97-F95D-462C-8A14-C92DB3EE3C5A}" dt="2026-05-05T20:21:36.637" v="211"/>
          <ac:spMkLst>
            <pc:docMk/>
            <pc:sldMk cId="148345783" sldId="258"/>
            <ac:spMk id="6146" creationId="{A4D3F738-FB70-DE58-6C63-D5AA3F4AD4BE}"/>
          </ac:spMkLst>
        </pc:spChg>
      </pc:sldChg>
      <pc:sldChg chg="modSp add mod modTransition setBg">
        <pc:chgData name="Schneider Miguel" userId="edc340df-3076-41de-a4cb-06d04631cff4" providerId="ADAL" clId="{B83A4F97-F95D-462C-8A14-C92DB3EE3C5A}" dt="2026-05-06T06:37:22.868" v="1066" actId="1036"/>
        <pc:sldMkLst>
          <pc:docMk/>
          <pc:sldMk cId="781641805" sldId="258"/>
        </pc:sldMkLst>
        <pc:spChg chg="mod">
          <ac:chgData name="Schneider Miguel" userId="edc340df-3076-41de-a4cb-06d04631cff4" providerId="ADAL" clId="{B83A4F97-F95D-462C-8A14-C92DB3EE3C5A}" dt="2026-05-06T06:37:22.868" v="1066" actId="1036"/>
          <ac:spMkLst>
            <pc:docMk/>
            <pc:sldMk cId="781641805" sldId="258"/>
            <ac:spMk id="6146" creationId="{1203BE44-1DFC-E8F4-A048-9940B6AE81FA}"/>
          </ac:spMkLst>
        </pc:spChg>
      </pc:sldChg>
      <pc:sldChg chg="add del modTransition setBg">
        <pc:chgData name="Schneider Miguel" userId="edc340df-3076-41de-a4cb-06d04631cff4" providerId="ADAL" clId="{B83A4F97-F95D-462C-8A14-C92DB3EE3C5A}" dt="2026-05-05T20:21:00.323" v="208"/>
        <pc:sldMkLst>
          <pc:docMk/>
          <pc:sldMk cId="2150193659" sldId="258"/>
        </pc:sldMkLst>
      </pc:sldChg>
      <pc:sldChg chg="modSp add mod modTransition setBg">
        <pc:chgData name="Schneider Miguel" userId="edc340df-3076-41de-a4cb-06d04631cff4" providerId="ADAL" clId="{B83A4F97-F95D-462C-8A14-C92DB3EE3C5A}" dt="2026-05-05T20:24:11.611" v="233" actId="20577"/>
        <pc:sldMkLst>
          <pc:docMk/>
          <pc:sldMk cId="624017387" sldId="259"/>
        </pc:sldMkLst>
        <pc:spChg chg="mod">
          <ac:chgData name="Schneider Miguel" userId="edc340df-3076-41de-a4cb-06d04631cff4" providerId="ADAL" clId="{B83A4F97-F95D-462C-8A14-C92DB3EE3C5A}" dt="2026-05-05T20:24:11.611" v="233" actId="20577"/>
          <ac:spMkLst>
            <pc:docMk/>
            <pc:sldMk cId="624017387" sldId="259"/>
            <ac:spMk id="6146" creationId="{773F411C-C9EF-94D0-6DF4-8CF5AF6DAE39}"/>
          </ac:spMkLst>
        </pc:spChg>
      </pc:sldChg>
      <pc:sldChg chg="add del setBg">
        <pc:chgData name="Schneider Miguel" userId="edc340df-3076-41de-a4cb-06d04631cff4" providerId="ADAL" clId="{B83A4F97-F95D-462C-8A14-C92DB3EE3C5A}" dt="2026-05-05T20:20:58.085" v="205"/>
        <pc:sldMkLst>
          <pc:docMk/>
          <pc:sldMk cId="625357885" sldId="259"/>
        </pc:sldMkLst>
      </pc:sldChg>
      <pc:sldChg chg="addSp delSp modSp new mod modTransition modClrScheme addAnim delAnim modAnim chgLayout modNotesTx">
        <pc:chgData name="Schneider Miguel" userId="edc340df-3076-41de-a4cb-06d04631cff4" providerId="ADAL" clId="{B83A4F97-F95D-462C-8A14-C92DB3EE3C5A}" dt="2026-05-06T06:42:42.245" v="1417" actId="20577"/>
        <pc:sldMkLst>
          <pc:docMk/>
          <pc:sldMk cId="1305422567" sldId="260"/>
        </pc:sldMkLst>
        <pc:spChg chg="add del mod">
          <ac:chgData name="Schneider Miguel" userId="edc340df-3076-41de-a4cb-06d04631cff4" providerId="ADAL" clId="{B83A4F97-F95D-462C-8A14-C92DB3EE3C5A}" dt="2026-05-05T20:49:40.404" v="516" actId="26606"/>
          <ac:spMkLst>
            <pc:docMk/>
            <pc:sldMk cId="1305422567" sldId="260"/>
            <ac:spMk id="2" creationId="{7427F2E2-9ED5-0428-5C5A-DC95AE961A0F}"/>
          </ac:spMkLst>
        </pc:spChg>
        <pc:spChg chg="mod">
          <ac:chgData name="Schneider Miguel" userId="edc340df-3076-41de-a4cb-06d04631cff4" providerId="ADAL" clId="{B83A4F97-F95D-462C-8A14-C92DB3EE3C5A}" dt="2026-05-05T20:49:40.404" v="516" actId="26606"/>
          <ac:spMkLst>
            <pc:docMk/>
            <pc:sldMk cId="1305422567" sldId="260"/>
            <ac:spMk id="3" creationId="{47505236-933B-53AB-1BC9-890596D26159}"/>
          </ac:spMkLst>
        </pc:spChg>
        <pc:spChg chg="add mod">
          <ac:chgData name="Schneider Miguel" userId="edc340df-3076-41de-a4cb-06d04631cff4" providerId="ADAL" clId="{B83A4F97-F95D-462C-8A14-C92DB3EE3C5A}" dt="2026-05-05T20:31:07.156" v="248"/>
          <ac:spMkLst>
            <pc:docMk/>
            <pc:sldMk cId="1305422567" sldId="260"/>
            <ac:spMk id="4" creationId="{2B814EE2-8C00-F0D6-FD8F-D14A8CA404D5}"/>
          </ac:spMkLst>
        </pc:spChg>
        <pc:spChg chg="add">
          <ac:chgData name="Schneider Miguel" userId="edc340df-3076-41de-a4cb-06d04631cff4" providerId="ADAL" clId="{B83A4F97-F95D-462C-8A14-C92DB3EE3C5A}" dt="2026-05-05T20:43:54.873" v="253"/>
          <ac:spMkLst>
            <pc:docMk/>
            <pc:sldMk cId="1305422567" sldId="260"/>
            <ac:spMk id="5" creationId="{18FD9234-652C-FAEE-09E0-CB958DF3B162}"/>
          </ac:spMkLst>
        </pc:spChg>
        <pc:spChg chg="add mod">
          <ac:chgData name="Schneider Miguel" userId="edc340df-3076-41de-a4cb-06d04631cff4" providerId="ADAL" clId="{B83A4F97-F95D-462C-8A14-C92DB3EE3C5A}" dt="2026-05-05T20:44:13.882" v="417"/>
          <ac:spMkLst>
            <pc:docMk/>
            <pc:sldMk cId="1305422567" sldId="260"/>
            <ac:spMk id="6" creationId="{438C01D3-E9CF-F333-2991-F61B77B7ECD1}"/>
          </ac:spMkLst>
        </pc:spChg>
        <pc:spChg chg="add mod">
          <ac:chgData name="Schneider Miguel" userId="edc340df-3076-41de-a4cb-06d04631cff4" providerId="ADAL" clId="{B83A4F97-F95D-462C-8A14-C92DB3EE3C5A}" dt="2026-05-05T20:44:25.007" v="477"/>
          <ac:spMkLst>
            <pc:docMk/>
            <pc:sldMk cId="1305422567" sldId="260"/>
            <ac:spMk id="7" creationId="{907F9854-5CF6-CB09-D61C-F488214F8444}"/>
          </ac:spMkLst>
        </pc:spChg>
        <pc:spChg chg="add del mod">
          <ac:chgData name="Schneider Miguel" userId="edc340df-3076-41de-a4cb-06d04631cff4" providerId="ADAL" clId="{B83A4F97-F95D-462C-8A14-C92DB3EE3C5A}" dt="2026-05-05T20:49:01.268" v="499" actId="26606"/>
          <ac:spMkLst>
            <pc:docMk/>
            <pc:sldMk cId="1305422567" sldId="260"/>
            <ac:spMk id="9" creationId="{1262EEFA-B904-8E0F-3A18-D2B26513CB25}"/>
          </ac:spMkLst>
        </pc:spChg>
        <pc:spChg chg="add del mod">
          <ac:chgData name="Schneider Miguel" userId="edc340df-3076-41de-a4cb-06d04631cff4" providerId="ADAL" clId="{B83A4F97-F95D-462C-8A14-C92DB3EE3C5A}" dt="2026-05-05T20:52:06.273" v="536" actId="478"/>
          <ac:spMkLst>
            <pc:docMk/>
            <pc:sldMk cId="1305422567" sldId="260"/>
            <ac:spMk id="11" creationId="{04E34C5F-CCDA-A0A8-01A2-DF57EEE21509}"/>
          </ac:spMkLst>
        </pc:spChg>
        <pc:spChg chg="add del mod">
          <ac:chgData name="Schneider Miguel" userId="edc340df-3076-41de-a4cb-06d04631cff4" providerId="ADAL" clId="{B83A4F97-F95D-462C-8A14-C92DB3EE3C5A}" dt="2026-05-05T20:49:03.322" v="501" actId="26606"/>
          <ac:spMkLst>
            <pc:docMk/>
            <pc:sldMk cId="1305422567" sldId="260"/>
            <ac:spMk id="12" creationId="{681E9AF7-BE93-B680-B241-9263EC3714D3}"/>
          </ac:spMkLst>
        </pc:spChg>
        <pc:spChg chg="add del mod">
          <ac:chgData name="Schneider Miguel" userId="edc340df-3076-41de-a4cb-06d04631cff4" providerId="ADAL" clId="{B83A4F97-F95D-462C-8A14-C92DB3EE3C5A}" dt="2026-05-05T20:49:05.316" v="503" actId="26606"/>
          <ac:spMkLst>
            <pc:docMk/>
            <pc:sldMk cId="1305422567" sldId="260"/>
            <ac:spMk id="15" creationId="{86613EE3-A293-5990-CFD9-85D58DDE2374}"/>
          </ac:spMkLst>
        </pc:spChg>
        <pc:spChg chg="add del mod">
          <ac:chgData name="Schneider Miguel" userId="edc340df-3076-41de-a4cb-06d04631cff4" providerId="ADAL" clId="{B83A4F97-F95D-462C-8A14-C92DB3EE3C5A}" dt="2026-05-05T20:49:05.316" v="503" actId="26606"/>
          <ac:spMkLst>
            <pc:docMk/>
            <pc:sldMk cId="1305422567" sldId="260"/>
            <ac:spMk id="16" creationId="{7427F2E2-9ED5-0428-5C5A-DC95AE961A0F}"/>
          </ac:spMkLst>
        </pc:spChg>
        <pc:spChg chg="mod topLvl">
          <ac:chgData name="Schneider Miguel" userId="edc340df-3076-41de-a4cb-06d04631cff4" providerId="ADAL" clId="{B83A4F97-F95D-462C-8A14-C92DB3EE3C5A}" dt="2026-05-05T21:07:29.256" v="609" actId="164"/>
          <ac:spMkLst>
            <pc:docMk/>
            <pc:sldMk cId="1305422567" sldId="260"/>
            <ac:spMk id="18" creationId="{B109BAA2-090F-5FB5-E44F-19A643E23F74}"/>
          </ac:spMkLst>
        </pc:spChg>
        <pc:spChg chg="mod topLvl">
          <ac:chgData name="Schneider Miguel" userId="edc340df-3076-41de-a4cb-06d04631cff4" providerId="ADAL" clId="{B83A4F97-F95D-462C-8A14-C92DB3EE3C5A}" dt="2026-05-05T21:07:29.256" v="609" actId="164"/>
          <ac:spMkLst>
            <pc:docMk/>
            <pc:sldMk cId="1305422567" sldId="260"/>
            <ac:spMk id="19" creationId="{9247D732-EDA2-7CBD-2BD3-F0679C9D6D0A}"/>
          </ac:spMkLst>
        </pc:spChg>
        <pc:spChg chg="mod topLvl">
          <ac:chgData name="Schneider Miguel" userId="edc340df-3076-41de-a4cb-06d04631cff4" providerId="ADAL" clId="{B83A4F97-F95D-462C-8A14-C92DB3EE3C5A}" dt="2026-05-05T21:07:29.256" v="609" actId="164"/>
          <ac:spMkLst>
            <pc:docMk/>
            <pc:sldMk cId="1305422567" sldId="260"/>
            <ac:spMk id="20" creationId="{91C396E4-96D5-C659-9795-BE85B405870D}"/>
          </ac:spMkLst>
        </pc:spChg>
        <pc:spChg chg="mod topLvl">
          <ac:chgData name="Schneider Miguel" userId="edc340df-3076-41de-a4cb-06d04631cff4" providerId="ADAL" clId="{B83A4F97-F95D-462C-8A14-C92DB3EE3C5A}" dt="2026-05-05T21:07:41.961" v="610" actId="164"/>
          <ac:spMkLst>
            <pc:docMk/>
            <pc:sldMk cId="1305422567" sldId="260"/>
            <ac:spMk id="21" creationId="{89263F11-AC9A-27A8-C4AA-53E10EDAA37F}"/>
          </ac:spMkLst>
        </pc:spChg>
        <pc:spChg chg="mod topLvl">
          <ac:chgData name="Schneider Miguel" userId="edc340df-3076-41de-a4cb-06d04631cff4" providerId="ADAL" clId="{B83A4F97-F95D-462C-8A14-C92DB3EE3C5A}" dt="2026-05-05T21:07:41.961" v="610" actId="164"/>
          <ac:spMkLst>
            <pc:docMk/>
            <pc:sldMk cId="1305422567" sldId="260"/>
            <ac:spMk id="22" creationId="{41A24EA5-B46B-475D-2C4C-72B3F0610893}"/>
          </ac:spMkLst>
        </pc:spChg>
        <pc:spChg chg="mod">
          <ac:chgData name="Schneider Miguel" userId="edc340df-3076-41de-a4cb-06d04631cff4" providerId="ADAL" clId="{B83A4F97-F95D-462C-8A14-C92DB3EE3C5A}" dt="2026-05-05T21:07:41.961" v="610" actId="164"/>
          <ac:spMkLst>
            <pc:docMk/>
            <pc:sldMk cId="1305422567" sldId="260"/>
            <ac:spMk id="23" creationId="{93ECB5A3-AE1A-5DB5-F223-958A21D3C1E0}"/>
          </ac:spMkLst>
        </pc:spChg>
        <pc:spChg chg="mod">
          <ac:chgData name="Schneider Miguel" userId="edc340df-3076-41de-a4cb-06d04631cff4" providerId="ADAL" clId="{B83A4F97-F95D-462C-8A14-C92DB3EE3C5A}" dt="2026-05-05T21:07:53.447" v="611" actId="164"/>
          <ac:spMkLst>
            <pc:docMk/>
            <pc:sldMk cId="1305422567" sldId="260"/>
            <ac:spMk id="24" creationId="{C60F2E88-6EFE-A396-8EE5-6FDB20D97A65}"/>
          </ac:spMkLst>
        </pc:spChg>
        <pc:spChg chg="mod topLvl">
          <ac:chgData name="Schneider Miguel" userId="edc340df-3076-41de-a4cb-06d04631cff4" providerId="ADAL" clId="{B83A4F97-F95D-462C-8A14-C92DB3EE3C5A}" dt="2026-05-05T21:07:53.447" v="611" actId="164"/>
          <ac:spMkLst>
            <pc:docMk/>
            <pc:sldMk cId="1305422567" sldId="260"/>
            <ac:spMk id="25" creationId="{F6EF6740-9302-F0F3-11D9-59D2342FFE5A}"/>
          </ac:spMkLst>
        </pc:spChg>
        <pc:spChg chg="mod topLvl">
          <ac:chgData name="Schneider Miguel" userId="edc340df-3076-41de-a4cb-06d04631cff4" providerId="ADAL" clId="{B83A4F97-F95D-462C-8A14-C92DB3EE3C5A}" dt="2026-05-05T21:07:53.447" v="611" actId="164"/>
          <ac:spMkLst>
            <pc:docMk/>
            <pc:sldMk cId="1305422567" sldId="260"/>
            <ac:spMk id="26" creationId="{7C5C1793-6ADF-8352-1420-1E0AFF8D2258}"/>
          </ac:spMkLst>
        </pc:spChg>
        <pc:spChg chg="mod topLvl">
          <ac:chgData name="Schneider Miguel" userId="edc340df-3076-41de-a4cb-06d04631cff4" providerId="ADAL" clId="{B83A4F97-F95D-462C-8A14-C92DB3EE3C5A}" dt="2026-05-05T21:08:00.346" v="612" actId="164"/>
          <ac:spMkLst>
            <pc:docMk/>
            <pc:sldMk cId="1305422567" sldId="260"/>
            <ac:spMk id="27" creationId="{50ADC2D6-B8C2-D6F1-8CC2-1D5295A32DE1}"/>
          </ac:spMkLst>
        </pc:spChg>
        <pc:spChg chg="mod topLvl">
          <ac:chgData name="Schneider Miguel" userId="edc340df-3076-41de-a4cb-06d04631cff4" providerId="ADAL" clId="{B83A4F97-F95D-462C-8A14-C92DB3EE3C5A}" dt="2026-05-05T21:08:00.346" v="612" actId="164"/>
          <ac:spMkLst>
            <pc:docMk/>
            <pc:sldMk cId="1305422567" sldId="260"/>
            <ac:spMk id="28" creationId="{11DEA5A2-0EC9-44BD-AC76-C93EF0E11444}"/>
          </ac:spMkLst>
        </pc:spChg>
        <pc:spChg chg="mod topLvl">
          <ac:chgData name="Schneider Miguel" userId="edc340df-3076-41de-a4cb-06d04631cff4" providerId="ADAL" clId="{B83A4F97-F95D-462C-8A14-C92DB3EE3C5A}" dt="2026-05-05T21:08:00.346" v="612" actId="164"/>
          <ac:spMkLst>
            <pc:docMk/>
            <pc:sldMk cId="1305422567" sldId="260"/>
            <ac:spMk id="29" creationId="{4561C2A4-AFF4-372D-1875-B8DAE3FDCEE5}"/>
          </ac:spMkLst>
        </pc:spChg>
        <pc:grpChg chg="add mod">
          <ac:chgData name="Schneider Miguel" userId="edc340df-3076-41de-a4cb-06d04631cff4" providerId="ADAL" clId="{B83A4F97-F95D-462C-8A14-C92DB3EE3C5A}" dt="2026-05-05T21:07:29.256" v="609" actId="164"/>
          <ac:grpSpMkLst>
            <pc:docMk/>
            <pc:sldMk cId="1305422567" sldId="260"/>
            <ac:grpSpMk id="30" creationId="{B75F0F0D-FFCA-7A87-48CB-2285BD340B69}"/>
          </ac:grpSpMkLst>
        </pc:grpChg>
        <pc:grpChg chg="add mod">
          <ac:chgData name="Schneider Miguel" userId="edc340df-3076-41de-a4cb-06d04631cff4" providerId="ADAL" clId="{B83A4F97-F95D-462C-8A14-C92DB3EE3C5A}" dt="2026-05-05T21:07:41.961" v="610" actId="164"/>
          <ac:grpSpMkLst>
            <pc:docMk/>
            <pc:sldMk cId="1305422567" sldId="260"/>
            <ac:grpSpMk id="31" creationId="{92B3676E-277E-3045-097C-8D9B4627FA39}"/>
          </ac:grpSpMkLst>
        </pc:grpChg>
        <pc:grpChg chg="add mod">
          <ac:chgData name="Schneider Miguel" userId="edc340df-3076-41de-a4cb-06d04631cff4" providerId="ADAL" clId="{B83A4F97-F95D-462C-8A14-C92DB3EE3C5A}" dt="2026-05-05T21:07:53.447" v="611" actId="164"/>
          <ac:grpSpMkLst>
            <pc:docMk/>
            <pc:sldMk cId="1305422567" sldId="260"/>
            <ac:grpSpMk id="32" creationId="{E943FC0A-354C-1DC2-6F8A-606B44E7F0C1}"/>
          </ac:grpSpMkLst>
        </pc:grpChg>
        <pc:grpChg chg="add mod">
          <ac:chgData name="Schneider Miguel" userId="edc340df-3076-41de-a4cb-06d04631cff4" providerId="ADAL" clId="{B83A4F97-F95D-462C-8A14-C92DB3EE3C5A}" dt="2026-05-05T21:08:00.346" v="612" actId="164"/>
          <ac:grpSpMkLst>
            <pc:docMk/>
            <pc:sldMk cId="1305422567" sldId="260"/>
            <ac:grpSpMk id="33" creationId="{A275CC50-B593-DF60-9FA7-28FDA8952EF6}"/>
          </ac:grpSpMkLst>
        </pc:grpChg>
        <pc:graphicFrameChg chg="add del modGraphic">
          <ac:chgData name="Schneider Miguel" userId="edc340df-3076-41de-a4cb-06d04631cff4" providerId="ADAL" clId="{B83A4F97-F95D-462C-8A14-C92DB3EE3C5A}" dt="2026-05-05T20:48:28.824" v="497" actId="1032"/>
          <ac:graphicFrameMkLst>
            <pc:docMk/>
            <pc:sldMk cId="1305422567" sldId="260"/>
            <ac:graphicFrameMk id="8" creationId="{50EE3CA9-1B7B-ED6B-5BFF-C4F6CE0830D6}"/>
          </ac:graphicFrameMkLst>
        </pc:graphicFrameChg>
        <pc:graphicFrameChg chg="add del mod">
          <ac:chgData name="Schneider Miguel" userId="edc340df-3076-41de-a4cb-06d04631cff4" providerId="ADAL" clId="{B83A4F97-F95D-462C-8A14-C92DB3EE3C5A}" dt="2026-05-05T20:49:01.268" v="499" actId="26606"/>
          <ac:graphicFrameMkLst>
            <pc:docMk/>
            <pc:sldMk cId="1305422567" sldId="260"/>
            <ac:graphicFrameMk id="10" creationId="{651094AB-BDB5-7BFB-3F6A-058A1519CDC4}"/>
          </ac:graphicFrameMkLst>
        </pc:graphicFrameChg>
        <pc:graphicFrameChg chg="add del mod">
          <ac:chgData name="Schneider Miguel" userId="edc340df-3076-41de-a4cb-06d04631cff4" providerId="ADAL" clId="{B83A4F97-F95D-462C-8A14-C92DB3EE3C5A}" dt="2026-05-05T20:49:03.322" v="501" actId="26606"/>
          <ac:graphicFrameMkLst>
            <pc:docMk/>
            <pc:sldMk cId="1305422567" sldId="260"/>
            <ac:graphicFrameMk id="13" creationId="{9BE5E8CF-5F7C-AD1F-3BE4-831CEB8650E0}"/>
          </ac:graphicFrameMkLst>
        </pc:graphicFrameChg>
        <pc:graphicFrameChg chg="add mod modGraphic">
          <ac:chgData name="Schneider Miguel" userId="edc340df-3076-41de-a4cb-06d04631cff4" providerId="ADAL" clId="{B83A4F97-F95D-462C-8A14-C92DB3EE3C5A}" dt="2026-05-05T21:06:11.063" v="601" actId="208"/>
          <ac:graphicFrameMkLst>
            <pc:docMk/>
            <pc:sldMk cId="1305422567" sldId="260"/>
            <ac:graphicFrameMk id="14" creationId="{3E3DAF13-3472-7F4F-CEA0-C2B2B23E3DC9}"/>
          </ac:graphicFrameMkLst>
        </pc:graphicFrameChg>
      </pc:sldChg>
      <pc:sldChg chg="addSp delSp modSp add del mod">
        <pc:chgData name="Schneider Miguel" userId="edc340df-3076-41de-a4cb-06d04631cff4" providerId="ADAL" clId="{B83A4F97-F95D-462C-8A14-C92DB3EE3C5A}" dt="2026-05-05T21:06:45.555" v="606" actId="47"/>
        <pc:sldMkLst>
          <pc:docMk/>
          <pc:sldMk cId="3236515196" sldId="261"/>
        </pc:sldMkLst>
        <pc:spChg chg="add del mod">
          <ac:chgData name="Schneider Miguel" userId="edc340df-3076-41de-a4cb-06d04631cff4" providerId="ADAL" clId="{B83A4F97-F95D-462C-8A14-C92DB3EE3C5A}" dt="2026-05-05T20:57:15.479" v="561" actId="478"/>
          <ac:spMkLst>
            <pc:docMk/>
            <pc:sldMk cId="3236515196" sldId="261"/>
            <ac:spMk id="2" creationId="{DB2E08E5-3E1B-1076-9C70-EC6738E1D6BE}"/>
          </ac:spMkLst>
        </pc:spChg>
        <pc:spChg chg="add mod">
          <ac:chgData name="Schneider Miguel" userId="edc340df-3076-41de-a4cb-06d04631cff4" providerId="ADAL" clId="{B83A4F97-F95D-462C-8A14-C92DB3EE3C5A}" dt="2026-05-05T20:58:10.465" v="568" actId="208"/>
          <ac:spMkLst>
            <pc:docMk/>
            <pc:sldMk cId="3236515196" sldId="261"/>
            <ac:spMk id="4" creationId="{23B75631-6AA2-7E19-A5EB-56DF122D014B}"/>
          </ac:spMkLst>
        </pc:spChg>
        <pc:spChg chg="add mod">
          <ac:chgData name="Schneider Miguel" userId="edc340df-3076-41de-a4cb-06d04631cff4" providerId="ADAL" clId="{B83A4F97-F95D-462C-8A14-C92DB3EE3C5A}" dt="2026-05-05T21:00:04.963" v="578" actId="1076"/>
          <ac:spMkLst>
            <pc:docMk/>
            <pc:sldMk cId="3236515196" sldId="261"/>
            <ac:spMk id="5" creationId="{425404AA-A14F-D965-89FE-70B8EBB05F09}"/>
          </ac:spMkLst>
        </pc:spChg>
      </pc:sldChg>
      <pc:sldChg chg="addSp modSp add del mod">
        <pc:chgData name="Schneider Miguel" userId="edc340df-3076-41de-a4cb-06d04631cff4" providerId="ADAL" clId="{B83A4F97-F95D-462C-8A14-C92DB3EE3C5A}" dt="2026-05-05T21:09:00.215" v="621" actId="47"/>
        <pc:sldMkLst>
          <pc:docMk/>
          <pc:sldMk cId="3213461163" sldId="262"/>
        </pc:sldMkLst>
        <pc:spChg chg="add mod">
          <ac:chgData name="Schneider Miguel" userId="edc340df-3076-41de-a4cb-06d04631cff4" providerId="ADAL" clId="{B83A4F97-F95D-462C-8A14-C92DB3EE3C5A}" dt="2026-05-05T21:06:39.202" v="605" actId="208"/>
          <ac:spMkLst>
            <pc:docMk/>
            <pc:sldMk cId="3213461163" sldId="262"/>
            <ac:spMk id="2" creationId="{072B40FA-1E57-A8E3-4EAF-7821A15C4565}"/>
          </ac:spMkLst>
        </pc:spChg>
        <pc:spChg chg="add mod">
          <ac:chgData name="Schneider Miguel" userId="edc340df-3076-41de-a4cb-06d04631cff4" providerId="ADAL" clId="{B83A4F97-F95D-462C-8A14-C92DB3EE3C5A}" dt="2026-05-05T21:06:39.202" v="605" actId="208"/>
          <ac:spMkLst>
            <pc:docMk/>
            <pc:sldMk cId="3213461163" sldId="262"/>
            <ac:spMk id="4" creationId="{BE38C879-4BB3-AC7B-3F94-8CCDE41947EC}"/>
          </ac:spMkLst>
        </pc:spChg>
      </pc:sldChg>
      <pc:sldChg chg="addSp modSp add modTransition modAnim">
        <pc:chgData name="Schneider Miguel" userId="edc340df-3076-41de-a4cb-06d04631cff4" providerId="ADAL" clId="{B83A4F97-F95D-462C-8A14-C92DB3EE3C5A}" dt="2026-05-05T21:09:57.989" v="626"/>
        <pc:sldMkLst>
          <pc:docMk/>
          <pc:sldMk cId="2626991230" sldId="263"/>
        </pc:sldMkLst>
        <pc:spChg chg="add mod">
          <ac:chgData name="Schneider Miguel" userId="edc340df-3076-41de-a4cb-06d04631cff4" providerId="ADAL" clId="{B83A4F97-F95D-462C-8A14-C92DB3EE3C5A}" dt="2026-05-05T21:08:44.008" v="619"/>
          <ac:spMkLst>
            <pc:docMk/>
            <pc:sldMk cId="2626991230" sldId="263"/>
            <ac:spMk id="2" creationId="{7C1169C1-A888-7F2F-FBFB-6E644D0E77A4}"/>
          </ac:spMkLst>
        </pc:spChg>
        <pc:spChg chg="add mod">
          <ac:chgData name="Schneider Miguel" userId="edc340df-3076-41de-a4cb-06d04631cff4" providerId="ADAL" clId="{B83A4F97-F95D-462C-8A14-C92DB3EE3C5A}" dt="2026-05-05T21:08:44.008" v="619"/>
          <ac:spMkLst>
            <pc:docMk/>
            <pc:sldMk cId="2626991230" sldId="263"/>
            <ac:spMk id="4" creationId="{E3D9B60E-57E2-2023-0510-0092ADCC12D8}"/>
          </ac:spMkLst>
        </pc:spChg>
      </pc:sldChg>
      <pc:sldChg chg="addSp delSp modSp new mod modTransition modClrScheme modAnim chgLayout">
        <pc:chgData name="Schneider Miguel" userId="edc340df-3076-41de-a4cb-06d04631cff4" providerId="ADAL" clId="{B83A4F97-F95D-462C-8A14-C92DB3EE3C5A}" dt="2026-05-06T07:34:00.880" v="1466" actId="403"/>
        <pc:sldMkLst>
          <pc:docMk/>
          <pc:sldMk cId="1471206889" sldId="264"/>
        </pc:sldMkLst>
        <pc:spChg chg="add del mod">
          <ac:chgData name="Schneider Miguel" userId="edc340df-3076-41de-a4cb-06d04631cff4" providerId="ADAL" clId="{B83A4F97-F95D-462C-8A14-C92DB3EE3C5A}" dt="2026-05-05T21:12:07.230" v="649" actId="26606"/>
          <ac:spMkLst>
            <pc:docMk/>
            <pc:sldMk cId="1471206889" sldId="264"/>
            <ac:spMk id="2" creationId="{1FECC4E6-79D2-9CA8-B7DA-11C768C75F86}"/>
          </ac:spMkLst>
        </pc:spChg>
        <pc:spChg chg="mod">
          <ac:chgData name="Schneider Miguel" userId="edc340df-3076-41de-a4cb-06d04631cff4" providerId="ADAL" clId="{B83A4F97-F95D-462C-8A14-C92DB3EE3C5A}" dt="2026-05-05T21:16:21.521" v="665" actId="26606"/>
          <ac:spMkLst>
            <pc:docMk/>
            <pc:sldMk cId="1471206889" sldId="264"/>
            <ac:spMk id="3" creationId="{3D5E3F09-1829-2AC5-1B0B-C519741CB532}"/>
          </ac:spMkLst>
        </pc:spChg>
        <pc:spChg chg="add mod">
          <ac:chgData name="Schneider Miguel" userId="edc340df-3076-41de-a4cb-06d04631cff4" providerId="ADAL" clId="{B83A4F97-F95D-462C-8A14-C92DB3EE3C5A}" dt="2026-05-05T21:11:00.834" v="643"/>
          <ac:spMkLst>
            <pc:docMk/>
            <pc:sldMk cId="1471206889" sldId="264"/>
            <ac:spMk id="4" creationId="{340775A6-4A64-1197-4C5A-6B75DCA0A4ED}"/>
          </ac:spMkLst>
        </pc:spChg>
        <pc:spChg chg="mod topLvl">
          <ac:chgData name="Schneider Miguel" userId="edc340df-3076-41de-a4cb-06d04631cff4" providerId="ADAL" clId="{B83A4F97-F95D-462C-8A14-C92DB3EE3C5A}" dt="2026-05-05T21:18:20.593" v="677" actId="164"/>
          <ac:spMkLst>
            <pc:docMk/>
            <pc:sldMk cId="1471206889" sldId="264"/>
            <ac:spMk id="7" creationId="{4A833E95-650C-18B8-E1FB-7FB3623601B4}"/>
          </ac:spMkLst>
        </pc:spChg>
        <pc:spChg chg="mod topLvl">
          <ac:chgData name="Schneider Miguel" userId="edc340df-3076-41de-a4cb-06d04631cff4" providerId="ADAL" clId="{B83A4F97-F95D-462C-8A14-C92DB3EE3C5A}" dt="2026-05-06T07:33:40.483" v="1460" actId="403"/>
          <ac:spMkLst>
            <pc:docMk/>
            <pc:sldMk cId="1471206889" sldId="264"/>
            <ac:spMk id="8" creationId="{AF968F8A-3D82-E6A0-4216-CF4C130F0E5C}"/>
          </ac:spMkLst>
        </pc:spChg>
        <pc:spChg chg="add del mod">
          <ac:chgData name="Schneider Miguel" userId="edc340df-3076-41de-a4cb-06d04631cff4" providerId="ADAL" clId="{B83A4F97-F95D-462C-8A14-C92DB3EE3C5A}" dt="2026-05-05T21:16:21.521" v="665" actId="26606"/>
          <ac:spMkLst>
            <pc:docMk/>
            <pc:sldMk cId="1471206889" sldId="264"/>
            <ac:spMk id="9" creationId="{B8813D4D-8244-0F8C-CFE6-BE8CE8721C58}"/>
          </ac:spMkLst>
        </pc:spChg>
        <pc:spChg chg="mod topLvl">
          <ac:chgData name="Schneider Miguel" userId="edc340df-3076-41de-a4cb-06d04631cff4" providerId="ADAL" clId="{B83A4F97-F95D-462C-8A14-C92DB3EE3C5A}" dt="2026-05-05T21:18:27.191" v="678" actId="164"/>
          <ac:spMkLst>
            <pc:docMk/>
            <pc:sldMk cId="1471206889" sldId="264"/>
            <ac:spMk id="10" creationId="{E56DC3EE-A7FE-047E-5E0F-4A4FBC6AD97C}"/>
          </ac:spMkLst>
        </pc:spChg>
        <pc:spChg chg="mod topLvl">
          <ac:chgData name="Schneider Miguel" userId="edc340df-3076-41de-a4cb-06d04631cff4" providerId="ADAL" clId="{B83A4F97-F95D-462C-8A14-C92DB3EE3C5A}" dt="2026-05-06T07:33:45.474" v="1462" actId="403"/>
          <ac:spMkLst>
            <pc:docMk/>
            <pc:sldMk cId="1471206889" sldId="264"/>
            <ac:spMk id="11" creationId="{EBE6B4AF-DDB4-E982-2576-064DA8B89181}"/>
          </ac:spMkLst>
        </pc:spChg>
        <pc:spChg chg="mod topLvl">
          <ac:chgData name="Schneider Miguel" userId="edc340df-3076-41de-a4cb-06d04631cff4" providerId="ADAL" clId="{B83A4F97-F95D-462C-8A14-C92DB3EE3C5A}" dt="2026-05-05T21:18:36.362" v="679" actId="164"/>
          <ac:spMkLst>
            <pc:docMk/>
            <pc:sldMk cId="1471206889" sldId="264"/>
            <ac:spMk id="12" creationId="{6CEE8393-966C-0105-A2C8-E7514B2478FE}"/>
          </ac:spMkLst>
        </pc:spChg>
        <pc:spChg chg="mod topLvl">
          <ac:chgData name="Schneider Miguel" userId="edc340df-3076-41de-a4cb-06d04631cff4" providerId="ADAL" clId="{B83A4F97-F95D-462C-8A14-C92DB3EE3C5A}" dt="2026-05-06T07:33:50.901" v="1464" actId="403"/>
          <ac:spMkLst>
            <pc:docMk/>
            <pc:sldMk cId="1471206889" sldId="264"/>
            <ac:spMk id="13" creationId="{E751F161-018A-6F66-373C-B9DD4891C8A4}"/>
          </ac:spMkLst>
        </pc:spChg>
        <pc:spChg chg="mod topLvl">
          <ac:chgData name="Schneider Miguel" userId="edc340df-3076-41de-a4cb-06d04631cff4" providerId="ADAL" clId="{B83A4F97-F95D-462C-8A14-C92DB3EE3C5A}" dt="2026-05-05T21:18:41.603" v="680" actId="164"/>
          <ac:spMkLst>
            <pc:docMk/>
            <pc:sldMk cId="1471206889" sldId="264"/>
            <ac:spMk id="14" creationId="{3FC4AB4E-DDB2-39C7-6084-00CD61B6D804}"/>
          </ac:spMkLst>
        </pc:spChg>
        <pc:spChg chg="mod topLvl">
          <ac:chgData name="Schneider Miguel" userId="edc340df-3076-41de-a4cb-06d04631cff4" providerId="ADAL" clId="{B83A4F97-F95D-462C-8A14-C92DB3EE3C5A}" dt="2026-05-06T07:34:00.880" v="1466" actId="403"/>
          <ac:spMkLst>
            <pc:docMk/>
            <pc:sldMk cId="1471206889" sldId="264"/>
            <ac:spMk id="15" creationId="{64CB3131-E4CF-9B05-EC2A-13C561AE07CB}"/>
          </ac:spMkLst>
        </pc:spChg>
        <pc:grpChg chg="del mod">
          <ac:chgData name="Schneider Miguel" userId="edc340df-3076-41de-a4cb-06d04631cff4" providerId="ADAL" clId="{B83A4F97-F95D-462C-8A14-C92DB3EE3C5A}" dt="2026-05-05T21:18:06.897" v="676" actId="165"/>
          <ac:grpSpMkLst>
            <pc:docMk/>
            <pc:sldMk cId="1471206889" sldId="264"/>
            <ac:grpSpMk id="6" creationId="{C22B6EFC-A4EA-3848-2D81-4FDA0FAF152B}"/>
          </ac:grpSpMkLst>
        </pc:grpChg>
        <pc:grpChg chg="add mod">
          <ac:chgData name="Schneider Miguel" userId="edc340df-3076-41de-a4cb-06d04631cff4" providerId="ADAL" clId="{B83A4F97-F95D-462C-8A14-C92DB3EE3C5A}" dt="2026-05-05T21:18:20.593" v="677" actId="164"/>
          <ac:grpSpMkLst>
            <pc:docMk/>
            <pc:sldMk cId="1471206889" sldId="264"/>
            <ac:grpSpMk id="16" creationId="{5ED357F9-4307-0B9D-79D3-21F112235B9D}"/>
          </ac:grpSpMkLst>
        </pc:grpChg>
        <pc:grpChg chg="add mod">
          <ac:chgData name="Schneider Miguel" userId="edc340df-3076-41de-a4cb-06d04631cff4" providerId="ADAL" clId="{B83A4F97-F95D-462C-8A14-C92DB3EE3C5A}" dt="2026-05-05T21:18:27.191" v="678" actId="164"/>
          <ac:grpSpMkLst>
            <pc:docMk/>
            <pc:sldMk cId="1471206889" sldId="264"/>
            <ac:grpSpMk id="17" creationId="{AE025929-6C2E-6E3E-E9E1-AFECCBF45885}"/>
          </ac:grpSpMkLst>
        </pc:grpChg>
        <pc:grpChg chg="add mod">
          <ac:chgData name="Schneider Miguel" userId="edc340df-3076-41de-a4cb-06d04631cff4" providerId="ADAL" clId="{B83A4F97-F95D-462C-8A14-C92DB3EE3C5A}" dt="2026-05-05T21:18:36.362" v="679" actId="164"/>
          <ac:grpSpMkLst>
            <pc:docMk/>
            <pc:sldMk cId="1471206889" sldId="264"/>
            <ac:grpSpMk id="18" creationId="{F876D0EF-0027-2B3E-4449-AAE202F6708D}"/>
          </ac:grpSpMkLst>
        </pc:grpChg>
        <pc:grpChg chg="add mod">
          <ac:chgData name="Schneider Miguel" userId="edc340df-3076-41de-a4cb-06d04631cff4" providerId="ADAL" clId="{B83A4F97-F95D-462C-8A14-C92DB3EE3C5A}" dt="2026-05-05T21:18:41.603" v="680" actId="164"/>
          <ac:grpSpMkLst>
            <pc:docMk/>
            <pc:sldMk cId="1471206889" sldId="264"/>
            <ac:grpSpMk id="19" creationId="{8EA84D65-D9D9-7526-0EE6-5B1ECE845575}"/>
          </ac:grpSpMkLst>
        </pc:grpChg>
        <pc:graphicFrameChg chg="add del mod modGraphic">
          <ac:chgData name="Schneider Miguel" userId="edc340df-3076-41de-a4cb-06d04631cff4" providerId="ADAL" clId="{B83A4F97-F95D-462C-8A14-C92DB3EE3C5A}" dt="2026-05-05T21:18:00.350" v="675" actId="18245"/>
          <ac:graphicFrameMkLst>
            <pc:docMk/>
            <pc:sldMk cId="1471206889" sldId="264"/>
            <ac:graphicFrameMk id="5" creationId="{62D6F096-DB4C-92A1-81C1-196BFE50CE54}"/>
          </ac:graphicFrameMkLst>
        </pc:graphicFrameChg>
      </pc:sldChg>
      <pc:sldChg chg="addSp delSp modSp new mod modTransition addAnim delAnim modAnim">
        <pc:chgData name="Schneider Miguel" userId="edc340df-3076-41de-a4cb-06d04631cff4" providerId="ADAL" clId="{B83A4F97-F95D-462C-8A14-C92DB3EE3C5A}" dt="2026-05-05T21:40:14.253" v="822"/>
        <pc:sldMkLst>
          <pc:docMk/>
          <pc:sldMk cId="2116258078" sldId="265"/>
        </pc:sldMkLst>
        <pc:spChg chg="add del mod">
          <ac:chgData name="Schneider Miguel" userId="edc340df-3076-41de-a4cb-06d04631cff4" providerId="ADAL" clId="{B83A4F97-F95D-462C-8A14-C92DB3EE3C5A}" dt="2026-05-05T21:21:30.676" v="704" actId="26606"/>
          <ac:spMkLst>
            <pc:docMk/>
            <pc:sldMk cId="2116258078" sldId="265"/>
            <ac:spMk id="2" creationId="{9AC58302-5C35-8DC0-BBCC-A46FBD1BB2BA}"/>
          </ac:spMkLst>
        </pc:spChg>
        <pc:spChg chg="mod">
          <ac:chgData name="Schneider Miguel" userId="edc340df-3076-41de-a4cb-06d04631cff4" providerId="ADAL" clId="{B83A4F97-F95D-462C-8A14-C92DB3EE3C5A}" dt="2026-05-05T21:21:30.676" v="704" actId="26606"/>
          <ac:spMkLst>
            <pc:docMk/>
            <pc:sldMk cId="2116258078" sldId="265"/>
            <ac:spMk id="3" creationId="{48CA12E9-8771-D19B-FCF6-58981E6C6473}"/>
          </ac:spMkLst>
        </pc:spChg>
        <pc:spChg chg="add mod">
          <ac:chgData name="Schneider Miguel" userId="edc340df-3076-41de-a4cb-06d04631cff4" providerId="ADAL" clId="{B83A4F97-F95D-462C-8A14-C92DB3EE3C5A}" dt="2026-05-05T21:20:46.963" v="698"/>
          <ac:spMkLst>
            <pc:docMk/>
            <pc:sldMk cId="2116258078" sldId="265"/>
            <ac:spMk id="4" creationId="{97D976AD-8D33-0F85-78AA-0BF6455E0A5E}"/>
          </ac:spMkLst>
        </pc:spChg>
        <pc:spChg chg="mod topLvl">
          <ac:chgData name="Schneider Miguel" userId="edc340df-3076-41de-a4cb-06d04631cff4" providerId="ADAL" clId="{B83A4F97-F95D-462C-8A14-C92DB3EE3C5A}" dt="2026-05-05T21:34:57.885" v="785" actId="1076"/>
          <ac:spMkLst>
            <pc:docMk/>
            <pc:sldMk cId="2116258078" sldId="265"/>
            <ac:spMk id="7" creationId="{C3C47194-FF7D-B634-0FEF-40341D2FE02E}"/>
          </ac:spMkLst>
        </pc:spChg>
        <pc:spChg chg="mod topLvl">
          <ac:chgData name="Schneider Miguel" userId="edc340df-3076-41de-a4cb-06d04631cff4" providerId="ADAL" clId="{B83A4F97-F95D-462C-8A14-C92DB3EE3C5A}" dt="2026-05-05T21:28:13.570" v="740" actId="164"/>
          <ac:spMkLst>
            <pc:docMk/>
            <pc:sldMk cId="2116258078" sldId="265"/>
            <ac:spMk id="8" creationId="{2D061C71-BA79-694C-0B2F-6C27CD8FEB5C}"/>
          </ac:spMkLst>
        </pc:spChg>
        <pc:spChg chg="mod topLvl">
          <ac:chgData name="Schneider Miguel" userId="edc340df-3076-41de-a4cb-06d04631cff4" providerId="ADAL" clId="{B83A4F97-F95D-462C-8A14-C92DB3EE3C5A}" dt="2026-05-05T21:34:50.240" v="784" actId="1076"/>
          <ac:spMkLst>
            <pc:docMk/>
            <pc:sldMk cId="2116258078" sldId="265"/>
            <ac:spMk id="9" creationId="{A4F91C1D-0BD9-DBEC-7FFD-7B581BB5B5EB}"/>
          </ac:spMkLst>
        </pc:spChg>
        <pc:spChg chg="mod topLvl">
          <ac:chgData name="Schneider Miguel" userId="edc340df-3076-41de-a4cb-06d04631cff4" providerId="ADAL" clId="{B83A4F97-F95D-462C-8A14-C92DB3EE3C5A}" dt="2026-05-05T21:33:39.610" v="778" actId="1076"/>
          <ac:spMkLst>
            <pc:docMk/>
            <pc:sldMk cId="2116258078" sldId="265"/>
            <ac:spMk id="10" creationId="{9146CC57-41F6-0982-F8AF-A4F309B0703B}"/>
          </ac:spMkLst>
        </pc:spChg>
        <pc:spChg chg="mod topLvl">
          <ac:chgData name="Schneider Miguel" userId="edc340df-3076-41de-a4cb-06d04631cff4" providerId="ADAL" clId="{B83A4F97-F95D-462C-8A14-C92DB3EE3C5A}" dt="2026-05-05T21:34:44.780" v="783" actId="1076"/>
          <ac:spMkLst>
            <pc:docMk/>
            <pc:sldMk cId="2116258078" sldId="265"/>
            <ac:spMk id="11" creationId="{0FCE747D-E41C-37ED-9F4B-A5D5C3B4E43C}"/>
          </ac:spMkLst>
        </pc:spChg>
        <pc:spChg chg="mod topLvl">
          <ac:chgData name="Schneider Miguel" userId="edc340df-3076-41de-a4cb-06d04631cff4" providerId="ADAL" clId="{B83A4F97-F95D-462C-8A14-C92DB3EE3C5A}" dt="2026-05-05T21:34:27.137" v="781" actId="1076"/>
          <ac:spMkLst>
            <pc:docMk/>
            <pc:sldMk cId="2116258078" sldId="265"/>
            <ac:spMk id="12" creationId="{23482FD3-E286-C5A6-9420-F6B8AD21FE19}"/>
          </ac:spMkLst>
        </pc:spChg>
        <pc:spChg chg="mod topLvl">
          <ac:chgData name="Schneider Miguel" userId="edc340df-3076-41de-a4cb-06d04631cff4" providerId="ADAL" clId="{B83A4F97-F95D-462C-8A14-C92DB3EE3C5A}" dt="2026-05-05T21:35:48.748" v="790" actId="1076"/>
          <ac:spMkLst>
            <pc:docMk/>
            <pc:sldMk cId="2116258078" sldId="265"/>
            <ac:spMk id="13" creationId="{17F839BB-8A68-F416-28D1-6119EC52CE71}"/>
          </ac:spMkLst>
        </pc:spChg>
        <pc:spChg chg="mod topLvl">
          <ac:chgData name="Schneider Miguel" userId="edc340df-3076-41de-a4cb-06d04631cff4" providerId="ADAL" clId="{B83A4F97-F95D-462C-8A14-C92DB3EE3C5A}" dt="2026-05-05T21:35:40.273" v="789" actId="1076"/>
          <ac:spMkLst>
            <pc:docMk/>
            <pc:sldMk cId="2116258078" sldId="265"/>
            <ac:spMk id="14" creationId="{FF1EA47E-5BFF-221E-5B35-9854A385D2F2}"/>
          </ac:spMkLst>
        </pc:spChg>
        <pc:spChg chg="mod topLvl">
          <ac:chgData name="Schneider Miguel" userId="edc340df-3076-41de-a4cb-06d04631cff4" providerId="ADAL" clId="{B83A4F97-F95D-462C-8A14-C92DB3EE3C5A}" dt="2026-05-05T21:27:41.857" v="736" actId="164"/>
          <ac:spMkLst>
            <pc:docMk/>
            <pc:sldMk cId="2116258078" sldId="265"/>
            <ac:spMk id="15" creationId="{AC7F683E-4AAF-29AE-524B-C4707DBC4364}"/>
          </ac:spMkLst>
        </pc:spChg>
        <pc:spChg chg="mod topLvl">
          <ac:chgData name="Schneider Miguel" userId="edc340df-3076-41de-a4cb-06d04631cff4" providerId="ADAL" clId="{B83A4F97-F95D-462C-8A14-C92DB3EE3C5A}" dt="2026-05-05T21:37:38.753" v="803" actId="1076"/>
          <ac:spMkLst>
            <pc:docMk/>
            <pc:sldMk cId="2116258078" sldId="265"/>
            <ac:spMk id="16" creationId="{28D4492B-DECB-5609-CBEF-A00FAAF69B66}"/>
          </ac:spMkLst>
        </pc:spChg>
        <pc:spChg chg="add del">
          <ac:chgData name="Schneider Miguel" userId="edc340df-3076-41de-a4cb-06d04631cff4" providerId="ADAL" clId="{B83A4F97-F95D-462C-8A14-C92DB3EE3C5A}" dt="2026-05-05T21:30:42.233" v="760" actId="478"/>
          <ac:spMkLst>
            <pc:docMk/>
            <pc:sldMk cId="2116258078" sldId="265"/>
            <ac:spMk id="27" creationId="{16863BCD-D70B-5F90-5AF5-D42DC9FAABEF}"/>
          </ac:spMkLst>
        </pc:spChg>
        <pc:spChg chg="add del">
          <ac:chgData name="Schneider Miguel" userId="edc340df-3076-41de-a4cb-06d04631cff4" providerId="ADAL" clId="{B83A4F97-F95D-462C-8A14-C92DB3EE3C5A}" dt="2026-05-05T21:31:05.251" v="762" actId="478"/>
          <ac:spMkLst>
            <pc:docMk/>
            <pc:sldMk cId="2116258078" sldId="265"/>
            <ac:spMk id="28" creationId="{6994721B-EBD7-259A-DA94-E764C82F0E21}"/>
          </ac:spMkLst>
        </pc:spChg>
        <pc:spChg chg="add mod">
          <ac:chgData name="Schneider Miguel" userId="edc340df-3076-41de-a4cb-06d04631cff4" providerId="ADAL" clId="{B83A4F97-F95D-462C-8A14-C92DB3EE3C5A}" dt="2026-05-05T21:37:03.257" v="799" actId="14100"/>
          <ac:spMkLst>
            <pc:docMk/>
            <pc:sldMk cId="2116258078" sldId="265"/>
            <ac:spMk id="29" creationId="{8880F422-7414-D46A-D27B-9E535DEA0264}"/>
          </ac:spMkLst>
        </pc:spChg>
        <pc:grpChg chg="add mod">
          <ac:chgData name="Schneider Miguel" userId="edc340df-3076-41de-a4cb-06d04631cff4" providerId="ADAL" clId="{B83A4F97-F95D-462C-8A14-C92DB3EE3C5A}" dt="2026-05-05T21:37:18.119" v="800" actId="1076"/>
          <ac:grpSpMkLst>
            <pc:docMk/>
            <pc:sldMk cId="2116258078" sldId="265"/>
            <ac:grpSpMk id="17" creationId="{512BAFDA-891E-223F-B507-D105CECC40C8}"/>
          </ac:grpSpMkLst>
        </pc:grpChg>
        <pc:grpChg chg="add mod">
          <ac:chgData name="Schneider Miguel" userId="edc340df-3076-41de-a4cb-06d04631cff4" providerId="ADAL" clId="{B83A4F97-F95D-462C-8A14-C92DB3EE3C5A}" dt="2026-05-05T21:35:35.132" v="788" actId="1076"/>
          <ac:grpSpMkLst>
            <pc:docMk/>
            <pc:sldMk cId="2116258078" sldId="265"/>
            <ac:grpSpMk id="18" creationId="{C555F2C0-EA70-EE95-BAF4-321A2EF9A37D}"/>
          </ac:grpSpMkLst>
        </pc:grpChg>
        <pc:grpChg chg="add mod">
          <ac:chgData name="Schneider Miguel" userId="edc340df-3076-41de-a4cb-06d04631cff4" providerId="ADAL" clId="{B83A4F97-F95D-462C-8A14-C92DB3EE3C5A}" dt="2026-05-05T21:34:08.830" v="779" actId="1076"/>
          <ac:grpSpMkLst>
            <pc:docMk/>
            <pc:sldMk cId="2116258078" sldId="265"/>
            <ac:grpSpMk id="19" creationId="{21392945-1301-63FF-45BE-CE7E0A1B67F7}"/>
          </ac:grpSpMkLst>
        </pc:grpChg>
        <pc:grpChg chg="add mod">
          <ac:chgData name="Schneider Miguel" userId="edc340df-3076-41de-a4cb-06d04631cff4" providerId="ADAL" clId="{B83A4F97-F95D-462C-8A14-C92DB3EE3C5A}" dt="2026-05-05T21:33:31.571" v="777" actId="1076"/>
          <ac:grpSpMkLst>
            <pc:docMk/>
            <pc:sldMk cId="2116258078" sldId="265"/>
            <ac:grpSpMk id="20" creationId="{FF681D7E-4769-2875-389B-0BEEEB4CE992}"/>
          </ac:grpSpMkLst>
        </pc:grpChg>
        <pc:grpChg chg="add mod">
          <ac:chgData name="Schneider Miguel" userId="edc340df-3076-41de-a4cb-06d04631cff4" providerId="ADAL" clId="{B83A4F97-F95D-462C-8A14-C92DB3EE3C5A}" dt="2026-05-05T21:32:45.129" v="771" actId="1076"/>
          <ac:grpSpMkLst>
            <pc:docMk/>
            <pc:sldMk cId="2116258078" sldId="265"/>
            <ac:grpSpMk id="21" creationId="{4927BA99-26C6-7008-E9D5-47068AEB854D}"/>
          </ac:grpSpMkLst>
        </pc:grpChg>
        <pc:grpChg chg="add mod">
          <ac:chgData name="Schneider Miguel" userId="edc340df-3076-41de-a4cb-06d04631cff4" providerId="ADAL" clId="{B83A4F97-F95D-462C-8A14-C92DB3EE3C5A}" dt="2026-05-05T21:37:33.051" v="802" actId="1076"/>
          <ac:grpSpMkLst>
            <pc:docMk/>
            <pc:sldMk cId="2116258078" sldId="265"/>
            <ac:grpSpMk id="30" creationId="{86242EEA-8ED1-F16D-A887-6AB2015F844C}"/>
          </ac:grpSpMkLst>
        </pc:grpChg>
        <pc:graphicFrameChg chg="add mod">
          <ac:chgData name="Schneider Miguel" userId="edc340df-3076-41de-a4cb-06d04631cff4" providerId="ADAL" clId="{B83A4F97-F95D-462C-8A14-C92DB3EE3C5A}" dt="2026-05-05T21:25:23.917" v="716" actId="18714"/>
          <ac:graphicFrameMkLst>
            <pc:docMk/>
            <pc:sldMk cId="2116258078" sldId="265"/>
            <ac:graphicFrameMk id="5" creationId="{62E9146D-BB8C-4BDC-AD04-86D9B668BC99}"/>
          </ac:graphicFrameMkLst>
        </pc:graphicFrameChg>
        <pc:picChg chg="add del mod">
          <ac:chgData name="Schneider Miguel" userId="edc340df-3076-41de-a4cb-06d04631cff4" providerId="ADAL" clId="{B83A4F97-F95D-462C-8A14-C92DB3EE3C5A}" dt="2026-05-05T21:28:52.412" v="748" actId="478"/>
          <ac:picMkLst>
            <pc:docMk/>
            <pc:sldMk cId="2116258078" sldId="265"/>
            <ac:picMk id="23" creationId="{F83601EC-3142-C3D2-FBF9-4CB66B2EB5D6}"/>
          </ac:picMkLst>
        </pc:picChg>
        <pc:picChg chg="add mod">
          <ac:chgData name="Schneider Miguel" userId="edc340df-3076-41de-a4cb-06d04631cff4" providerId="ADAL" clId="{B83A4F97-F95D-462C-8A14-C92DB3EE3C5A}" dt="2026-05-05T21:32:40.411" v="770" actId="164"/>
          <ac:picMkLst>
            <pc:docMk/>
            <pc:sldMk cId="2116258078" sldId="265"/>
            <ac:picMk id="25" creationId="{01B3FE67-7EF0-AE7A-BBC8-DDB6942F98D3}"/>
          </ac:picMkLst>
        </pc:picChg>
        <pc:picChg chg="add mod">
          <ac:chgData name="Schneider Miguel" userId="edc340df-3076-41de-a4cb-06d04631cff4" providerId="ADAL" clId="{B83A4F97-F95D-462C-8A14-C92DB3EE3C5A}" dt="2026-05-05T21:32:40.411" v="770" actId="164"/>
          <ac:picMkLst>
            <pc:docMk/>
            <pc:sldMk cId="2116258078" sldId="265"/>
            <ac:picMk id="26" creationId="{2E7474D2-40A1-F746-BB69-1A62E0EEB79B}"/>
          </ac:picMkLst>
        </pc:picChg>
      </pc:sldChg>
      <pc:sldChg chg="addSp delSp modSp new mod modTransition modAnim modNotesTx">
        <pc:chgData name="Schneider Miguel" userId="edc340df-3076-41de-a4cb-06d04631cff4" providerId="ADAL" clId="{B83A4F97-F95D-462C-8A14-C92DB3EE3C5A}" dt="2026-05-06T06:48:25.263" v="1448" actId="20577"/>
        <pc:sldMkLst>
          <pc:docMk/>
          <pc:sldMk cId="3627710073" sldId="266"/>
        </pc:sldMkLst>
        <pc:spChg chg="add del mod">
          <ac:chgData name="Schneider Miguel" userId="edc340df-3076-41de-a4cb-06d04631cff4" providerId="ADAL" clId="{B83A4F97-F95D-462C-8A14-C92DB3EE3C5A}" dt="2026-05-05T21:42:35.353" v="838" actId="26606"/>
          <ac:spMkLst>
            <pc:docMk/>
            <pc:sldMk cId="3627710073" sldId="266"/>
            <ac:spMk id="2" creationId="{1F83749F-7555-6DAB-8C6E-B648B107A6CD}"/>
          </ac:spMkLst>
        </pc:spChg>
        <pc:spChg chg="mod">
          <ac:chgData name="Schneider Miguel" userId="edc340df-3076-41de-a4cb-06d04631cff4" providerId="ADAL" clId="{B83A4F97-F95D-462C-8A14-C92DB3EE3C5A}" dt="2026-05-05T21:42:35.353" v="838" actId="26606"/>
          <ac:spMkLst>
            <pc:docMk/>
            <pc:sldMk cId="3627710073" sldId="266"/>
            <ac:spMk id="3" creationId="{CA8EC397-A060-9E5D-C655-6C8F17ADC457}"/>
          </ac:spMkLst>
        </pc:spChg>
        <pc:spChg chg="add mod">
          <ac:chgData name="Schneider Miguel" userId="edc340df-3076-41de-a4cb-06d04631cff4" providerId="ADAL" clId="{B83A4F97-F95D-462C-8A14-C92DB3EE3C5A}" dt="2026-05-05T21:42:05.460" v="832"/>
          <ac:spMkLst>
            <pc:docMk/>
            <pc:sldMk cId="3627710073" sldId="266"/>
            <ac:spMk id="4" creationId="{876CA262-2F06-CFD4-A13C-ECEB067670ED}"/>
          </ac:spMkLst>
        </pc:spChg>
        <pc:spChg chg="mod topLvl">
          <ac:chgData name="Schneider Miguel" userId="edc340df-3076-41de-a4cb-06d04631cff4" providerId="ADAL" clId="{B83A4F97-F95D-462C-8A14-C92DB3EE3C5A}" dt="2026-05-06T06:45:53.490" v="1443" actId="20577"/>
          <ac:spMkLst>
            <pc:docMk/>
            <pc:sldMk cId="3627710073" sldId="266"/>
            <ac:spMk id="7" creationId="{6B1E94B3-B3C1-A3DE-E341-C5911EB12BDB}"/>
          </ac:spMkLst>
        </pc:spChg>
        <pc:spChg chg="mod topLvl">
          <ac:chgData name="Schneider Miguel" userId="edc340df-3076-41de-a4cb-06d04631cff4" providerId="ADAL" clId="{B83A4F97-F95D-462C-8A14-C92DB3EE3C5A}" dt="2026-05-05T21:50:37.700" v="873" actId="164"/>
          <ac:spMkLst>
            <pc:docMk/>
            <pc:sldMk cId="3627710073" sldId="266"/>
            <ac:spMk id="8" creationId="{B394CF99-2DED-914A-7E62-73A184070A7D}"/>
          </ac:spMkLst>
        </pc:spChg>
        <pc:spChg chg="mod topLvl">
          <ac:chgData name="Schneider Miguel" userId="edc340df-3076-41de-a4cb-06d04631cff4" providerId="ADAL" clId="{B83A4F97-F95D-462C-8A14-C92DB3EE3C5A}" dt="2026-05-05T21:51:59.132" v="884" actId="113"/>
          <ac:spMkLst>
            <pc:docMk/>
            <pc:sldMk cId="3627710073" sldId="266"/>
            <ac:spMk id="9" creationId="{6DDF6A79-56CD-C182-2125-84E94F67960F}"/>
          </ac:spMkLst>
        </pc:spChg>
        <pc:spChg chg="mod topLvl">
          <ac:chgData name="Schneider Miguel" userId="edc340df-3076-41de-a4cb-06d04631cff4" providerId="ADAL" clId="{B83A4F97-F95D-462C-8A14-C92DB3EE3C5A}" dt="2026-05-05T21:50:32.337" v="872" actId="164"/>
          <ac:spMkLst>
            <pc:docMk/>
            <pc:sldMk cId="3627710073" sldId="266"/>
            <ac:spMk id="10" creationId="{2F14C127-88CE-9D04-A514-963734F021D8}"/>
          </ac:spMkLst>
        </pc:spChg>
        <pc:spChg chg="mod topLvl">
          <ac:chgData name="Schneider Miguel" userId="edc340df-3076-41de-a4cb-06d04631cff4" providerId="ADAL" clId="{B83A4F97-F95D-462C-8A14-C92DB3EE3C5A}" dt="2026-05-05T21:51:54.171" v="883" actId="113"/>
          <ac:spMkLst>
            <pc:docMk/>
            <pc:sldMk cId="3627710073" sldId="266"/>
            <ac:spMk id="11" creationId="{D74A4B17-98B2-684D-4171-0387D08D95FD}"/>
          </ac:spMkLst>
        </pc:spChg>
        <pc:spChg chg="mod topLvl">
          <ac:chgData name="Schneider Miguel" userId="edc340df-3076-41de-a4cb-06d04631cff4" providerId="ADAL" clId="{B83A4F97-F95D-462C-8A14-C92DB3EE3C5A}" dt="2026-05-05T21:50:22.541" v="871" actId="164"/>
          <ac:spMkLst>
            <pc:docMk/>
            <pc:sldMk cId="3627710073" sldId="266"/>
            <ac:spMk id="12" creationId="{676B0E24-D838-C1A7-1C67-EA9FDE046D71}"/>
          </ac:spMkLst>
        </pc:spChg>
        <pc:spChg chg="mod topLvl">
          <ac:chgData name="Schneider Miguel" userId="edc340df-3076-41de-a4cb-06d04631cff4" providerId="ADAL" clId="{B83A4F97-F95D-462C-8A14-C92DB3EE3C5A}" dt="2026-05-05T21:51:49.915" v="882" actId="113"/>
          <ac:spMkLst>
            <pc:docMk/>
            <pc:sldMk cId="3627710073" sldId="266"/>
            <ac:spMk id="13" creationId="{A98054A1-3FB9-804A-FD61-8A6ED4295EB5}"/>
          </ac:spMkLst>
        </pc:spChg>
        <pc:spChg chg="mod topLvl">
          <ac:chgData name="Schneider Miguel" userId="edc340df-3076-41de-a4cb-06d04631cff4" providerId="ADAL" clId="{B83A4F97-F95D-462C-8A14-C92DB3EE3C5A}" dt="2026-05-05T21:50:09.614" v="870" actId="164"/>
          <ac:spMkLst>
            <pc:docMk/>
            <pc:sldMk cId="3627710073" sldId="266"/>
            <ac:spMk id="14" creationId="{E058AA40-01F9-2F41-489F-B0983D64E86C}"/>
          </ac:spMkLst>
        </pc:spChg>
        <pc:spChg chg="mod topLvl">
          <ac:chgData name="Schneider Miguel" userId="edc340df-3076-41de-a4cb-06d04631cff4" providerId="ADAL" clId="{B83A4F97-F95D-462C-8A14-C92DB3EE3C5A}" dt="2026-05-05T21:51:45.444" v="881" actId="113"/>
          <ac:spMkLst>
            <pc:docMk/>
            <pc:sldMk cId="3627710073" sldId="266"/>
            <ac:spMk id="15" creationId="{3C7A6CC5-22F9-13B5-C6DA-77BB65146355}"/>
          </ac:spMkLst>
        </pc:spChg>
        <pc:spChg chg="mod topLvl">
          <ac:chgData name="Schneider Miguel" userId="edc340df-3076-41de-a4cb-06d04631cff4" providerId="ADAL" clId="{B83A4F97-F95D-462C-8A14-C92DB3EE3C5A}" dt="2026-05-05T21:50:03.388" v="869" actId="164"/>
          <ac:spMkLst>
            <pc:docMk/>
            <pc:sldMk cId="3627710073" sldId="266"/>
            <ac:spMk id="16" creationId="{EF84DECB-E9F6-D3D3-889C-1BCD98DB36B6}"/>
          </ac:spMkLst>
        </pc:spChg>
        <pc:grpChg chg="add mod">
          <ac:chgData name="Schneider Miguel" userId="edc340df-3076-41de-a4cb-06d04631cff4" providerId="ADAL" clId="{B83A4F97-F95D-462C-8A14-C92DB3EE3C5A}" dt="2026-05-05T21:51:23.708" v="880" actId="1076"/>
          <ac:grpSpMkLst>
            <pc:docMk/>
            <pc:sldMk cId="3627710073" sldId="266"/>
            <ac:grpSpMk id="17" creationId="{5D82EEFE-7128-644D-1D30-D221E577490D}"/>
          </ac:grpSpMkLst>
        </pc:grpChg>
        <pc:grpChg chg="add mod">
          <ac:chgData name="Schneider Miguel" userId="edc340df-3076-41de-a4cb-06d04631cff4" providerId="ADAL" clId="{B83A4F97-F95D-462C-8A14-C92DB3EE3C5A}" dt="2026-05-05T21:51:14.012" v="879" actId="1076"/>
          <ac:grpSpMkLst>
            <pc:docMk/>
            <pc:sldMk cId="3627710073" sldId="266"/>
            <ac:grpSpMk id="18" creationId="{9537E4BE-0824-1606-61C0-03B3E7AE02F3}"/>
          </ac:grpSpMkLst>
        </pc:grpChg>
        <pc:grpChg chg="add mod">
          <ac:chgData name="Schneider Miguel" userId="edc340df-3076-41de-a4cb-06d04631cff4" providerId="ADAL" clId="{B83A4F97-F95D-462C-8A14-C92DB3EE3C5A}" dt="2026-05-05T21:51:09.298" v="878" actId="1076"/>
          <ac:grpSpMkLst>
            <pc:docMk/>
            <pc:sldMk cId="3627710073" sldId="266"/>
            <ac:grpSpMk id="19" creationId="{F71B5FE1-D7B4-727D-ED90-8E09D6DF1C24}"/>
          </ac:grpSpMkLst>
        </pc:grpChg>
        <pc:grpChg chg="add mod">
          <ac:chgData name="Schneider Miguel" userId="edc340df-3076-41de-a4cb-06d04631cff4" providerId="ADAL" clId="{B83A4F97-F95D-462C-8A14-C92DB3EE3C5A}" dt="2026-05-05T21:50:50.937" v="875" actId="1076"/>
          <ac:grpSpMkLst>
            <pc:docMk/>
            <pc:sldMk cId="3627710073" sldId="266"/>
            <ac:grpSpMk id="20" creationId="{AB709446-B468-90A7-4EDD-0AF09EB522AE}"/>
          </ac:grpSpMkLst>
        </pc:grpChg>
        <pc:grpChg chg="add mod">
          <ac:chgData name="Schneider Miguel" userId="edc340df-3076-41de-a4cb-06d04631cff4" providerId="ADAL" clId="{B83A4F97-F95D-462C-8A14-C92DB3EE3C5A}" dt="2026-05-05T21:50:44.485" v="874" actId="1076"/>
          <ac:grpSpMkLst>
            <pc:docMk/>
            <pc:sldMk cId="3627710073" sldId="266"/>
            <ac:grpSpMk id="21" creationId="{2F107C7F-06CD-AD7B-3BFB-965B0695E823}"/>
          </ac:grpSpMkLst>
        </pc:grpChg>
        <pc:graphicFrameChg chg="add mod">
          <ac:chgData name="Schneider Miguel" userId="edc340df-3076-41de-a4cb-06d04631cff4" providerId="ADAL" clId="{B83A4F97-F95D-462C-8A14-C92DB3EE3C5A}" dt="2026-05-05T21:47:02.724" v="847"/>
          <ac:graphicFrameMkLst>
            <pc:docMk/>
            <pc:sldMk cId="3627710073" sldId="266"/>
            <ac:graphicFrameMk id="5" creationId="{69228871-FAB3-29F6-01BA-451BCBAACB8E}"/>
          </ac:graphicFrameMkLst>
        </pc:graphicFrameChg>
      </pc:sldChg>
      <pc:sldChg chg="modSp new mod ord">
        <pc:chgData name="Schneider Miguel" userId="edc340df-3076-41de-a4cb-06d04631cff4" providerId="ADAL" clId="{B83A4F97-F95D-462C-8A14-C92DB3EE3C5A}" dt="2026-05-05T22:07:52.927" v="994" actId="403"/>
        <pc:sldMkLst>
          <pc:docMk/>
          <pc:sldMk cId="1073310647" sldId="267"/>
        </pc:sldMkLst>
        <pc:spChg chg="mod">
          <ac:chgData name="Schneider Miguel" userId="edc340df-3076-41de-a4cb-06d04631cff4" providerId="ADAL" clId="{B83A4F97-F95D-462C-8A14-C92DB3EE3C5A}" dt="2026-05-05T22:07:52.927" v="994" actId="403"/>
          <ac:spMkLst>
            <pc:docMk/>
            <pc:sldMk cId="1073310647" sldId="267"/>
            <ac:spMk id="2" creationId="{A969DACD-B33E-A58B-D35C-42211EEA2F64}"/>
          </ac:spMkLst>
        </pc:spChg>
        <pc:spChg chg="mod">
          <ac:chgData name="Schneider Miguel" userId="edc340df-3076-41de-a4cb-06d04631cff4" providerId="ADAL" clId="{B83A4F97-F95D-462C-8A14-C92DB3EE3C5A}" dt="2026-05-05T22:02:13.630" v="895"/>
          <ac:spMkLst>
            <pc:docMk/>
            <pc:sldMk cId="1073310647" sldId="267"/>
            <ac:spMk id="3" creationId="{69E1E996-2388-72F5-9AC5-9874FCE9943D}"/>
          </ac:spMkLst>
        </pc:spChg>
      </pc:sldChg>
      <pc:sldChg chg="add del modTransition setBg">
        <pc:chgData name="Schneider Miguel" userId="edc340df-3076-41de-a4cb-06d04631cff4" providerId="ADAL" clId="{B83A4F97-F95D-462C-8A14-C92DB3EE3C5A}" dt="2026-05-05T22:05:04.778" v="966" actId="47"/>
        <pc:sldMkLst>
          <pc:docMk/>
          <pc:sldMk cId="1130191729" sldId="268"/>
        </pc:sldMkLst>
      </pc:sldChg>
      <pc:sldChg chg="addSp modSp add mod modTransition addAnim delAnim modAnim modNotesTx">
        <pc:chgData name="Schneider Miguel" userId="edc340df-3076-41de-a4cb-06d04631cff4" providerId="ADAL" clId="{B83A4F97-F95D-462C-8A14-C92DB3EE3C5A}" dt="2026-05-06T06:49:04.548" v="1456" actId="6549"/>
        <pc:sldMkLst>
          <pc:docMk/>
          <pc:sldMk cId="2906501396" sldId="269"/>
        </pc:sldMkLst>
        <pc:spChg chg="mod">
          <ac:chgData name="Schneider Miguel" userId="edc340df-3076-41de-a4cb-06d04631cff4" providerId="ADAL" clId="{B83A4F97-F95D-462C-8A14-C92DB3EE3C5A}" dt="2026-05-05T22:03:43.164" v="959" actId="20577"/>
          <ac:spMkLst>
            <pc:docMk/>
            <pc:sldMk cId="2906501396" sldId="269"/>
            <ac:spMk id="2" creationId="{F5FC25AD-50E0-14EC-09E5-62B1EB20B3E6}"/>
          </ac:spMkLst>
        </pc:spChg>
        <pc:spChg chg="mod">
          <ac:chgData name="Schneider Miguel" userId="edc340df-3076-41de-a4cb-06d04631cff4" providerId="ADAL" clId="{B83A4F97-F95D-462C-8A14-C92DB3EE3C5A}" dt="2026-05-05T22:03:36.677" v="957" actId="20577"/>
          <ac:spMkLst>
            <pc:docMk/>
            <pc:sldMk cId="2906501396" sldId="269"/>
            <ac:spMk id="3" creationId="{0916B151-AF18-AC6F-90C1-975D2DA9A81D}"/>
          </ac:spMkLst>
        </pc:spChg>
        <pc:spChg chg="add mod">
          <ac:chgData name="Schneider Miguel" userId="edc340df-3076-41de-a4cb-06d04631cff4" providerId="ADAL" clId="{B83A4F97-F95D-462C-8A14-C92DB3EE3C5A}" dt="2026-05-05T22:05:08.712" v="967"/>
          <ac:spMkLst>
            <pc:docMk/>
            <pc:sldMk cId="2906501396" sldId="269"/>
            <ac:spMk id="4" creationId="{1524AA00-A745-D9FE-020C-68C702930DC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F78FE7E-4A94-4C1D-336C-F7A1CA5868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369913-F08E-D3E7-ECD6-E99C2C8381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9025CC8-DBAC-45E7-AD35-11370B714878}" type="datetimeFigureOut">
              <a:rPr lang="de-CH"/>
              <a:pPr>
                <a:defRPr/>
              </a:pPr>
              <a:t>06.05.2026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CB38F3-134B-372B-E6AF-342BCC104C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A58738-00A3-65A6-EFBE-DF695CBC71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31338"/>
            <a:ext cx="2946400" cy="495300"/>
          </a:xfrm>
          <a:prstGeom prst="rect">
            <a:avLst/>
          </a:prstGeom>
        </p:spPr>
        <p:txBody>
          <a:bodyPr vert="horz" lIns="88227" tIns="44114" rIns="88227" bIns="4411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C29B158-E64C-4D8E-B5AC-0C2D6B9F6D13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4921D97-3126-36A0-5AE3-6406196D03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A46F9DC-84B6-F3BD-1880-4D022F6938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CDF97E7D-E8A9-4A31-9C91-51B970C502AB}" type="datetimeFigureOut">
              <a:rPr lang="de-CH"/>
              <a:pPr>
                <a:defRPr/>
              </a:pPr>
              <a:t>06.05.2026</a:t>
            </a:fld>
            <a:endParaRPr lang="de-CH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D3B7B3C5-8B2A-BF22-339C-7F96F4861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8" tIns="47784" rIns="95568" bIns="47784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D81DAB0F-5680-952F-9177-B9A300BF9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5568" tIns="47784" rIns="95568" bIns="47784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472FB5-EF6B-EDE0-29AC-9099B00FB2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E892CF-964F-5085-8F4B-5D83241DB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5568" tIns="47784" rIns="95568" bIns="4778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latin typeface="+mn-lt"/>
              </a:defRPr>
            </a:lvl1pPr>
          </a:lstStyle>
          <a:p>
            <a:pPr>
              <a:defRPr/>
            </a:pPr>
            <a:fld id="{A1B0ADD9-F871-476F-B63E-6EC9D946EA54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E16CEAAF-CF7C-BFDC-C7FC-882CB37169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AE8A7F48-844D-1EC1-B47B-722EB3F76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CF9092E2-5223-A8C1-3064-BB14BF0A53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CH" alt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E06F-6BFA-51C4-757E-E05AFB6D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56B382E7-3961-B65E-DD70-E802166589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A0981527-0153-A651-E575-86FDCBAA5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E8D9A773-174B-955B-CF16-70D7EA5D58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3785497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0FA5-352D-5924-EBC7-0BFFCCCE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9045F8F6-047C-8C07-91F5-4C9156029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8793780D-9E95-2F22-B10D-2DCD59AEA6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43A89547-D26F-0F38-7746-DD77CE0EA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3521162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5867-4733-2BA6-5AD3-D829FB97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lienbildplatzhalter 1">
            <a:extLst>
              <a:ext uri="{FF2B5EF4-FFF2-40B4-BE49-F238E27FC236}">
                <a16:creationId xmlns:a16="http://schemas.microsoft.com/office/drawing/2014/main" id="{8E6FDEC6-DAD8-990B-DDFB-9CC201344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izenplatzhalter 2">
            <a:extLst>
              <a:ext uri="{FF2B5EF4-FFF2-40B4-BE49-F238E27FC236}">
                <a16:creationId xmlns:a16="http://schemas.microsoft.com/office/drawing/2014/main" id="{E02F694C-44D5-9A5F-7FC5-A4DB71B47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CH" altLang="de-DE"/>
          </a:p>
        </p:txBody>
      </p:sp>
      <p:sp>
        <p:nvSpPr>
          <p:cNvPr id="7172" name="Foliennummernplatzhalter 3">
            <a:extLst>
              <a:ext uri="{FF2B5EF4-FFF2-40B4-BE49-F238E27FC236}">
                <a16:creationId xmlns:a16="http://schemas.microsoft.com/office/drawing/2014/main" id="{8E43CAFA-F1D7-C46E-D15D-69216E494F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824D0-8D12-453F-9BC6-3D63C2BC31B9}" type="slidenum">
              <a:rPr lang="de-CH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de-CH" altLang="de-DE"/>
          </a:p>
        </p:txBody>
      </p:sp>
    </p:spTree>
    <p:extLst>
      <p:ext uri="{BB962C8B-B14F-4D97-AF65-F5344CB8AC3E}">
        <p14:creationId xmlns:p14="http://schemas.microsoft.com/office/powerpoint/2010/main" val="2218193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CH" dirty="0"/>
              <a:t>Pro Semester wurde ein Repo erstellt.</a:t>
            </a:r>
          </a:p>
          <a:p>
            <a:pPr marL="228600" indent="-228600">
              <a:buAutoNum type="arabicPeriod"/>
            </a:pPr>
            <a:r>
              <a:rPr lang="de-CH" dirty="0"/>
              <a:t>Durch fortlaufende Verbesserungen, wurde bei jedem Semester die Repo Struktur verbessert, </a:t>
            </a:r>
            <a:br>
              <a:rPr lang="de-CH" dirty="0"/>
            </a:br>
            <a:r>
              <a:rPr lang="de-CH" dirty="0"/>
              <a:t>Negativ: Uneinheitliche Doku/Struktur </a:t>
            </a:r>
          </a:p>
          <a:p>
            <a:pPr marL="228600" indent="-228600">
              <a:buAutoNum type="arabicPeriod"/>
            </a:pPr>
            <a:r>
              <a:rPr lang="de-CH" dirty="0"/>
              <a:t>Entwickler arbeiten bei uns mit GitHub und Supporter mit Teams und SharePoint</a:t>
            </a:r>
          </a:p>
          <a:p>
            <a:pPr marL="228600" indent="-228600">
              <a:buAutoNum type="arabicPeriod"/>
            </a:pPr>
            <a:r>
              <a:rPr lang="de-CH" dirty="0"/>
              <a:t>Fokus auf Entwicklungen geht verloren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02299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EFB7-4892-88E6-8492-A4EE8A88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DDD5B3-8664-E6AC-BC17-8EB866AAF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7D3494E-CC67-8147-0484-97A29EEC0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1735A9-940B-DF2B-FFAC-560EF508F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2273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de-CH" dirty="0"/>
              <a:t>Verwendung einer lokalen Umgebung</a:t>
            </a:r>
          </a:p>
          <a:p>
            <a:pPr marL="228600" indent="-228600">
              <a:buAutoNum type="arabicPeriod"/>
            </a:pPr>
            <a:r>
              <a:rPr lang="de-DE" dirty="0"/>
              <a:t>Definition klarer Evaluationskriterien (z. B. Funktionalität, Integrationsfähigkeit, Aufwand)</a:t>
            </a:r>
          </a:p>
          <a:p>
            <a:pPr marL="228600" indent="-228600">
              <a:buAutoNum type="arabicPeriod"/>
            </a:pPr>
            <a:r>
              <a:rPr lang="de-DE" dirty="0"/>
              <a:t>Analyse und Vereinheitlichung der Repository-Strukturen </a:t>
            </a:r>
          </a:p>
          <a:p>
            <a:pPr marL="228600" indent="-228600">
              <a:buAutoNum type="arabicPeriod"/>
            </a:pPr>
            <a:r>
              <a:rPr lang="de-DE" dirty="0"/>
              <a:t>Fokus auf Proof </a:t>
            </a:r>
            <a:r>
              <a:rPr lang="de-DE" dirty="0" err="1"/>
              <a:t>of</a:t>
            </a:r>
            <a:r>
              <a:rPr lang="de-DE" dirty="0"/>
              <a:t> Concept, Priorisierung der Kernfunktionen, optionale Features nur bei genügend Zeit </a:t>
            </a:r>
          </a:p>
          <a:p>
            <a:pPr marL="228600" indent="-228600">
              <a:buAutoNum type="arabicPeriod"/>
            </a:pPr>
            <a:r>
              <a:rPr lang="de-DE" dirty="0" err="1"/>
              <a:t>Ausschliesslich</a:t>
            </a:r>
            <a:r>
              <a:rPr lang="de-DE" dirty="0"/>
              <a:t> lokaler Betrieb, keine öffentliche Freigabe, Zugriffsbeschränkung 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8983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Ich nehme es jetzt… sortiert. Nicht geschüttelt.“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72594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DF90-D83C-1500-B8B4-498009C0E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FD911C8-DDCE-8656-7E97-8B36A1516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71BB06-E97F-AE27-7C95-8ECD5B569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Merci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F650CD-0A42-3BCC-E9F4-C7EAB461A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B0ADD9-F871-476F-B63E-6EC9D946EA54}" type="slidenum">
              <a:rPr lang="de-CH" smtClean="0"/>
              <a:pPr>
                <a:defRPr/>
              </a:pPr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3215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Kleidung, Im Haus, computer enthält.&#10;&#10;KI-generierte Inhalte können fehlerhaft sein.">
            <a:extLst>
              <a:ext uri="{FF2B5EF4-FFF2-40B4-BE49-F238E27FC236}">
                <a16:creationId xmlns:a16="http://schemas.microsoft.com/office/drawing/2014/main" id="{8541E389-ED1D-A804-AA72-D6A9271DE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425" b="18847"/>
          <a:stretch>
            <a:fillRect/>
          </a:stretch>
        </p:blipFill>
        <p:spPr>
          <a:xfrm>
            <a:off x="0" y="0"/>
            <a:ext cx="12209996" cy="3844925"/>
          </a:xfrm>
          <a:prstGeom prst="rect">
            <a:avLst/>
          </a:prstGeom>
        </p:spPr>
      </p:pic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0F96058B-0431-3E54-0615-9C1BCB6C8EBC}"/>
              </a:ext>
            </a:extLst>
          </p:cNvPr>
          <p:cNvSpPr/>
          <p:nvPr userDrawn="1"/>
        </p:nvSpPr>
        <p:spPr>
          <a:xfrm>
            <a:off x="469900" y="0"/>
            <a:ext cx="2667000" cy="2109788"/>
          </a:xfrm>
          <a:custGeom>
            <a:avLst/>
            <a:gdLst>
              <a:gd name="connsiteX0" fmla="*/ 371211 w 2667000"/>
              <a:gd name="connsiteY0" fmla="*/ 0 h 2110022"/>
              <a:gd name="connsiteX1" fmla="*/ 2295790 w 2667000"/>
              <a:gd name="connsiteY1" fmla="*/ 0 h 2110022"/>
              <a:gd name="connsiteX2" fmla="*/ 2362494 w 2667000"/>
              <a:gd name="connsiteY2" fmla="*/ 68671 h 2110022"/>
              <a:gd name="connsiteX3" fmla="*/ 2667000 w 2667000"/>
              <a:gd name="connsiteY3" fmla="*/ 862323 h 2110022"/>
              <a:gd name="connsiteX4" fmla="*/ 1333500 w 2667000"/>
              <a:gd name="connsiteY4" fmla="*/ 2110022 h 2110022"/>
              <a:gd name="connsiteX5" fmla="*/ 0 w 2667000"/>
              <a:gd name="connsiteY5" fmla="*/ 862323 h 2110022"/>
              <a:gd name="connsiteX6" fmla="*/ 304507 w 2667000"/>
              <a:gd name="connsiteY6" fmla="*/ 68671 h 2110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7000" h="2110022">
                <a:moveTo>
                  <a:pt x="371211" y="0"/>
                </a:moveTo>
                <a:lnTo>
                  <a:pt x="2295790" y="0"/>
                </a:lnTo>
                <a:lnTo>
                  <a:pt x="2362494" y="68671"/>
                </a:lnTo>
                <a:cubicBezTo>
                  <a:pt x="2552725" y="284347"/>
                  <a:pt x="2667000" y="560848"/>
                  <a:pt x="2667000" y="862323"/>
                </a:cubicBezTo>
                <a:cubicBezTo>
                  <a:pt x="2667000" y="1551408"/>
                  <a:pt x="2069972" y="2110022"/>
                  <a:pt x="1333500" y="2110022"/>
                </a:cubicBezTo>
                <a:cubicBezTo>
                  <a:pt x="597028" y="2110022"/>
                  <a:pt x="0" y="1551408"/>
                  <a:pt x="0" y="862323"/>
                </a:cubicBezTo>
                <a:cubicBezTo>
                  <a:pt x="0" y="560848"/>
                  <a:pt x="114275" y="284347"/>
                  <a:pt x="304507" y="68671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solidFill>
              <a:srgbClr val="B100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CH"/>
          </a:p>
        </p:txBody>
      </p:sp>
      <p:pic>
        <p:nvPicPr>
          <p:cNvPr id="6" name="Grafik 4">
            <a:extLst>
              <a:ext uri="{FF2B5EF4-FFF2-40B4-BE49-F238E27FC236}">
                <a16:creationId xmlns:a16="http://schemas.microsoft.com/office/drawing/2014/main" id="{2BA6F662-67CD-B7AB-9A6E-D1C0F522FC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333375"/>
            <a:ext cx="197485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39350" y="4365105"/>
            <a:ext cx="11713301" cy="893961"/>
          </a:xfrm>
          <a:prstGeom prst="rect">
            <a:avLst/>
          </a:prstGeom>
        </p:spPr>
        <p:txBody>
          <a:bodyPr/>
          <a:lstStyle>
            <a:lvl1pPr algn="l">
              <a:defRPr sz="3200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39350" y="5301208"/>
            <a:ext cx="11713301" cy="1032520"/>
          </a:xfrm>
        </p:spPr>
        <p:txBody>
          <a:bodyPr>
            <a:normAutofit/>
          </a:bodyPr>
          <a:lstStyle>
            <a:lvl1pPr marL="0" indent="0" algn="l">
              <a:buNone/>
              <a:defRPr sz="1400" baseline="0">
                <a:solidFill>
                  <a:srgbClr val="B2005E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82274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B2005E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5060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tter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59008" cy="639762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109590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6324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Person, Kleidung, Im Haus, computer enthält.&#10;&#10;KI-generierte Inhalte können fehlerhaft sein.">
            <a:extLst>
              <a:ext uri="{FF2B5EF4-FFF2-40B4-BE49-F238E27FC236}">
                <a16:creationId xmlns:a16="http://schemas.microsoft.com/office/drawing/2014/main" id="{8E51EA5F-C594-DE02-7A04-269D3C62AD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8425" b="35023"/>
          <a:stretch>
            <a:fillRect/>
          </a:stretch>
        </p:blipFill>
        <p:spPr>
          <a:xfrm>
            <a:off x="-8998" y="1268414"/>
            <a:ext cx="12209996" cy="266541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2900" b="0" cap="all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3328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  <a:lvl2pPr>
              <a:defRPr sz="2400">
                <a:latin typeface="Aptos" panose="020B0004020202020204" pitchFamily="34" charset="0"/>
              </a:defRPr>
            </a:lvl2pPr>
            <a:lvl3pPr>
              <a:defRPr sz="2000">
                <a:latin typeface="Aptos" panose="020B0004020202020204" pitchFamily="34" charset="0"/>
              </a:defRPr>
            </a:lvl3pPr>
            <a:lvl4pPr>
              <a:defRPr sz="1800">
                <a:latin typeface="Aptos" panose="020B0004020202020204" pitchFamily="34" charset="0"/>
              </a:defRPr>
            </a:lvl4pPr>
            <a:lvl5pPr>
              <a:defRPr sz="1800">
                <a:latin typeface="Aptos" panose="020B00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00304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325484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2936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3503712" y="260648"/>
            <a:ext cx="8256917" cy="720080"/>
          </a:xfrm>
          <a:prstGeom prst="rect">
            <a:avLst/>
          </a:prstGeom>
        </p:spPr>
        <p:txBody>
          <a:bodyPr/>
          <a:lstStyle>
            <a:lvl1pPr algn="l">
              <a:defRPr b="0">
                <a:solidFill>
                  <a:srgbClr val="A11559"/>
                </a:solidFill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5723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51584" y="5085184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>
                <a:latin typeface="Aptos" panose="020B00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51584" y="1412777"/>
            <a:ext cx="7315200" cy="360283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CH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51584" y="566124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4446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4D35A210-F531-061A-6B2C-A7BC48C75B8A}"/>
              </a:ext>
            </a:extLst>
          </p:cNvPr>
          <p:cNvSpPr/>
          <p:nvPr userDrawn="1"/>
        </p:nvSpPr>
        <p:spPr>
          <a:xfrm>
            <a:off x="0" y="6611938"/>
            <a:ext cx="12192000" cy="246062"/>
          </a:xfrm>
          <a:prstGeom prst="rect">
            <a:avLst/>
          </a:prstGeom>
          <a:solidFill>
            <a:srgbClr val="B2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CH"/>
          </a:p>
        </p:txBody>
      </p:sp>
      <p:sp>
        <p:nvSpPr>
          <p:cNvPr id="1027" name="Textplatzhalter 2">
            <a:extLst>
              <a:ext uri="{FF2B5EF4-FFF2-40B4-BE49-F238E27FC236}">
                <a16:creationId xmlns:a16="http://schemas.microsoft.com/office/drawing/2014/main" id="{13CFC831-B0DA-0E2C-DAC1-E781ED8F2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  <a:endParaRPr lang="de-CH" altLang="de-DE"/>
          </a:p>
        </p:txBody>
      </p:sp>
      <p:sp>
        <p:nvSpPr>
          <p:cNvPr id="1028" name="Textfeld 7">
            <a:extLst>
              <a:ext uri="{FF2B5EF4-FFF2-40B4-BE49-F238E27FC236}">
                <a16:creationId xmlns:a16="http://schemas.microsoft.com/office/drawing/2014/main" id="{243DD268-273D-B496-EC5B-BD4C06572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1938"/>
            <a:ext cx="619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fld id="{6D12456F-F033-46EC-BDBF-E80F6422B89E}" type="slidenum">
              <a:rPr lang="de-CH" altLang="de-DE" sz="1000">
                <a:solidFill>
                  <a:schemeClr val="bg1"/>
                </a:solidFill>
                <a:latin typeface="Zurich LtCn BT" panose="020B0406020202040204" pitchFamily="34" charset="0"/>
              </a:rPr>
              <a:pPr eaLnBrk="1" hangingPunct="1"/>
              <a:t>‹Nr.›</a:t>
            </a:fld>
            <a:endParaRPr lang="de-CH" altLang="de-DE" sz="1000">
              <a:solidFill>
                <a:schemeClr val="bg1"/>
              </a:solidFill>
              <a:latin typeface="Zurich LtCn BT" panose="020B0406020202040204" pitchFamily="34" charset="0"/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934CAF86-C4AA-3723-209C-97FCC9A6ED8D}"/>
              </a:ext>
            </a:extLst>
          </p:cNvPr>
          <p:cNvCxnSpPr/>
          <p:nvPr userDrawn="1"/>
        </p:nvCxnSpPr>
        <p:spPr>
          <a:xfrm>
            <a:off x="0" y="836613"/>
            <a:ext cx="12192000" cy="0"/>
          </a:xfrm>
          <a:prstGeom prst="line">
            <a:avLst/>
          </a:prstGeom>
          <a:ln>
            <a:solidFill>
              <a:srgbClr val="B20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Grafik 13" descr="Ein Bild, das Zeichnung, Uhr, Schild enthält.&#10;&#10;Automatisch generierte Beschreibung">
            <a:extLst>
              <a:ext uri="{FF2B5EF4-FFF2-40B4-BE49-F238E27FC236}">
                <a16:creationId xmlns:a16="http://schemas.microsoft.com/office/drawing/2014/main" id="{C6797A92-08C7-8AAE-D397-B7E3CC890D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4" r="40219"/>
          <a:stretch>
            <a:fillRect/>
          </a:stretch>
        </p:blipFill>
        <p:spPr bwMode="auto">
          <a:xfrm>
            <a:off x="309563" y="188913"/>
            <a:ext cx="11064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1" r:id="rId2"/>
    <p:sldLayoutId id="2147483662" r:id="rId3"/>
    <p:sldLayoutId id="2147483668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B2005E"/>
          </a:solidFill>
          <a:latin typeface="Zurich Cn BT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B2005E"/>
          </a:solidFill>
          <a:latin typeface="Zurich Cn BT" panose="020B0506020202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DEF19E4-A504-C0BB-15C3-BC417CBE24B3}"/>
              </a:ext>
            </a:extLst>
          </p:cNvPr>
          <p:cNvSpPr/>
          <p:nvPr/>
        </p:nvSpPr>
        <p:spPr>
          <a:xfrm>
            <a:off x="-96688" y="-99392"/>
            <a:ext cx="12385375" cy="70567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C7E8554C-D606-EEEB-722B-3175EEE6C3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 dirty="0"/>
            </a:br>
            <a:endParaRPr lang="de-CH" altLang="de-DE" dirty="0"/>
          </a:p>
          <a:p>
            <a:endParaRPr lang="de-CH" altLang="de-DE" dirty="0"/>
          </a:p>
        </p:txBody>
      </p:sp>
      <p:sp>
        <p:nvSpPr>
          <p:cNvPr id="6146" name="Titel 1">
            <a:extLst>
              <a:ext uri="{FF2B5EF4-FFF2-40B4-BE49-F238E27FC236}">
                <a16:creationId xmlns:a16="http://schemas.microsoft.com/office/drawing/2014/main" id="{A2C557E0-B747-982D-A904-782CC1EDF7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1616386"/>
            <a:ext cx="11712575" cy="1968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br>
              <a:rPr lang="de-DE" sz="6000" i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endParaRPr lang="de-CH" altLang="de-DE" sz="6000" i="1" dirty="0">
              <a:solidFill>
                <a:srgbClr val="D4AF37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21B3-9BDF-BFFD-942B-DF144F8FA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1B3FBBB-C072-D4ED-C4C9-210CBC219E10}"/>
              </a:ext>
            </a:extLst>
          </p:cNvPr>
          <p:cNvSpPr/>
          <p:nvPr/>
        </p:nvSpPr>
        <p:spPr>
          <a:xfrm>
            <a:off x="-96688" y="-99392"/>
            <a:ext cx="12385375" cy="70567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A68580DF-A5CC-557D-5411-3FC90B22133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 dirty="0"/>
            </a:br>
            <a:endParaRPr lang="de-CH" altLang="de-DE" dirty="0"/>
          </a:p>
          <a:p>
            <a:endParaRPr lang="de-CH" altLang="de-DE" dirty="0"/>
          </a:p>
        </p:txBody>
      </p:sp>
      <p:sp>
        <p:nvSpPr>
          <p:cNvPr id="6146" name="Titel 1">
            <a:extLst>
              <a:ext uri="{FF2B5EF4-FFF2-40B4-BE49-F238E27FC236}">
                <a16:creationId xmlns:a16="http://schemas.microsoft.com/office/drawing/2014/main" id="{773F411C-C9EF-94D0-6DF4-8CF5AF6DAE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1616386"/>
            <a:ext cx="11712575" cy="1968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br>
              <a:rPr lang="de-DE" sz="6000" b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r>
              <a:rPr lang="de-DE" sz="6000" b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Chaos pur</a:t>
            </a:r>
            <a:endParaRPr lang="de-CH" altLang="de-DE" sz="6000" i="1" dirty="0">
              <a:solidFill>
                <a:srgbClr val="D4AF37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01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1D7A-E488-E2BA-044D-1EF54424E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2D8EF41-0A81-8AD8-E6F2-3FFADBFED820}"/>
              </a:ext>
            </a:extLst>
          </p:cNvPr>
          <p:cNvSpPr/>
          <p:nvPr/>
        </p:nvSpPr>
        <p:spPr>
          <a:xfrm>
            <a:off x="-96688" y="-99392"/>
            <a:ext cx="12385375" cy="70567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7D233FC7-9C83-925E-A9F3-0B9EA685C1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 dirty="0"/>
            </a:br>
            <a:endParaRPr lang="de-CH" altLang="de-DE" dirty="0"/>
          </a:p>
          <a:p>
            <a:endParaRPr lang="de-CH" altLang="de-DE" dirty="0"/>
          </a:p>
        </p:txBody>
      </p:sp>
      <p:sp>
        <p:nvSpPr>
          <p:cNvPr id="6146" name="Titel 1">
            <a:extLst>
              <a:ext uri="{FF2B5EF4-FFF2-40B4-BE49-F238E27FC236}">
                <a16:creationId xmlns:a16="http://schemas.microsoft.com/office/drawing/2014/main" id="{1203BE44-1DFC-E8F4-A048-9940B6AE81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2036564"/>
            <a:ext cx="11712575" cy="1968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de-DE" sz="6000" b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Chaos pur</a:t>
            </a:r>
            <a:br>
              <a:rPr lang="de-DE" sz="6000" i="1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</a:br>
            <a:r>
              <a:rPr lang="de-DE" sz="6000" i="1" dirty="0">
                <a:solidFill>
                  <a:srgbClr val="D4AF37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geschüttelt, nicht sortiert.</a:t>
            </a:r>
            <a:endParaRPr lang="de-CH" altLang="de-DE" sz="6000" i="1" dirty="0">
              <a:solidFill>
                <a:srgbClr val="D4AF37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641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9E4F-E4E6-4B97-5496-27A4232B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el 1">
            <a:extLst>
              <a:ext uri="{FF2B5EF4-FFF2-40B4-BE49-F238E27FC236}">
                <a16:creationId xmlns:a16="http://schemas.microsoft.com/office/drawing/2014/main" id="{4278D36C-8B88-C6B1-9A80-37BCAF8A9A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39713" y="4365625"/>
            <a:ext cx="11712575" cy="107959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de-CH" dirty="0"/>
              <a:t>Kick-off Semesterarbeit 5</a:t>
            </a:r>
            <a:br>
              <a:rPr lang="de-CH" dirty="0"/>
            </a:br>
            <a:r>
              <a:rPr lang="de-CH" dirty="0"/>
              <a:t>PoC: </a:t>
            </a:r>
            <a:r>
              <a:rPr lang="de-CH" dirty="0" err="1"/>
              <a:t>Kubernetes</a:t>
            </a:r>
            <a:r>
              <a:rPr lang="de-CH" dirty="0"/>
              <a:t>-basierter Developer Hub</a:t>
            </a:r>
            <a:endParaRPr lang="de-CH" altLang="de-DE" dirty="0"/>
          </a:p>
        </p:txBody>
      </p:sp>
      <p:sp>
        <p:nvSpPr>
          <p:cNvPr id="6147" name="Untertitel 4">
            <a:extLst>
              <a:ext uri="{FF2B5EF4-FFF2-40B4-BE49-F238E27FC236}">
                <a16:creationId xmlns:a16="http://schemas.microsoft.com/office/drawing/2014/main" id="{7EBADA7C-B089-07C8-B189-97E61B9B8D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9713" y="5300663"/>
            <a:ext cx="11712575" cy="1033462"/>
          </a:xfrm>
        </p:spPr>
        <p:txBody>
          <a:bodyPr/>
          <a:lstStyle/>
          <a:p>
            <a:br>
              <a:rPr lang="de-CH" altLang="de-DE"/>
            </a:br>
            <a:endParaRPr lang="de-CH" altLang="de-DE"/>
          </a:p>
          <a:p>
            <a:endParaRPr lang="de-CH" altLang="de-DE"/>
          </a:p>
        </p:txBody>
      </p:sp>
      <p:sp>
        <p:nvSpPr>
          <p:cNvPr id="6148" name="Untertitel 2">
            <a:extLst>
              <a:ext uri="{FF2B5EF4-FFF2-40B4-BE49-F238E27FC236}">
                <a16:creationId xmlns:a16="http://schemas.microsoft.com/office/drawing/2014/main" id="{1322B7DA-7A16-59E9-1BA3-DAF590BCC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3" y="5343525"/>
            <a:ext cx="11714162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de-DE" altLang="de-DE" sz="1400" dirty="0">
              <a:solidFill>
                <a:srgbClr val="B2005E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de-CH" altLang="de-DE" sz="1400" dirty="0">
                <a:solidFill>
                  <a:srgbClr val="B2005E"/>
                </a:solidFill>
              </a:rPr>
              <a:t>Mittwoch, 06. Mai 2026</a:t>
            </a:r>
            <a:br>
              <a:rPr lang="de-CH" altLang="de-DE" sz="1400" dirty="0">
                <a:solidFill>
                  <a:srgbClr val="B2005E"/>
                </a:solidFill>
              </a:rPr>
            </a:br>
            <a:r>
              <a:rPr lang="de-CH" altLang="de-DE" sz="1400" dirty="0">
                <a:solidFill>
                  <a:srgbClr val="B2005E"/>
                </a:solidFill>
              </a:rPr>
              <a:t>Zürich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de-CH" altLang="de-DE" sz="1400" dirty="0">
                <a:solidFill>
                  <a:srgbClr val="B2005E"/>
                </a:solidFill>
              </a:rPr>
              <a:t>Miguel Schneider, miguel.schneider@iseag.ch</a:t>
            </a:r>
          </a:p>
        </p:txBody>
      </p:sp>
    </p:spTree>
    <p:extLst>
      <p:ext uri="{BB962C8B-B14F-4D97-AF65-F5344CB8AC3E}">
        <p14:creationId xmlns:p14="http://schemas.microsoft.com/office/powerpoint/2010/main" val="2162806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7505236-933B-53AB-1BC9-890596D2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Ausgangslage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75F0F0D-FFCA-7A87-48CB-2285BD340B69}"/>
              </a:ext>
            </a:extLst>
          </p:cNvPr>
          <p:cNvGrpSpPr/>
          <p:nvPr/>
        </p:nvGrpSpPr>
        <p:grpSpPr>
          <a:xfrm>
            <a:off x="612810" y="1252330"/>
            <a:ext cx="2547113" cy="3565958"/>
            <a:chOff x="612810" y="1252330"/>
            <a:chExt cx="2547113" cy="3565958"/>
          </a:xfrm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B109BAA2-090F-5FB5-E44F-19A643E23F74}"/>
                </a:ext>
              </a:extLst>
            </p:cNvPr>
            <p:cNvSpPr/>
            <p:nvPr/>
          </p:nvSpPr>
          <p:spPr>
            <a:xfrm>
              <a:off x="612810" y="1252330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5" rIns="198583" bIns="401518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Verteilte </a:t>
              </a:r>
              <a:r>
                <a:rPr lang="de-DE" sz="1900" kern="1200" dirty="0" err="1"/>
                <a:t>Repositories</a:t>
              </a:r>
              <a:r>
                <a:rPr lang="de-DE" sz="1900" kern="1200" dirty="0"/>
                <a:t> aus mehreren Semestern</a:t>
              </a:r>
              <a:endParaRPr lang="en-US" sz="1900" kern="120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9247D732-EDA2-7CBD-2BD3-F0679C9D6D0A}"/>
                </a:ext>
              </a:extLst>
            </p:cNvPr>
            <p:cNvSpPr/>
            <p:nvPr/>
          </p:nvSpPr>
          <p:spPr>
            <a:xfrm>
              <a:off x="1351473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1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91C396E4-96D5-C659-9795-BE85B405870D}"/>
                </a:ext>
              </a:extLst>
            </p:cNvPr>
            <p:cNvSpPr/>
            <p:nvPr/>
          </p:nvSpPr>
          <p:spPr>
            <a:xfrm>
              <a:off x="612810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92B3676E-277E-3045-097C-8D9B4627FA39}"/>
              </a:ext>
            </a:extLst>
          </p:cNvPr>
          <p:cNvGrpSpPr/>
          <p:nvPr/>
        </p:nvGrpSpPr>
        <p:grpSpPr>
          <a:xfrm>
            <a:off x="3414635" y="1249977"/>
            <a:ext cx="2547113" cy="3565958"/>
            <a:chOff x="3414635" y="1249977"/>
            <a:chExt cx="2547113" cy="3565958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9263F11-AC9A-27A8-C4AA-53E10EDAA37F}"/>
                </a:ext>
              </a:extLst>
            </p:cNvPr>
            <p:cNvSpPr/>
            <p:nvPr/>
          </p:nvSpPr>
          <p:spPr>
            <a:xfrm>
              <a:off x="3414635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Uneinheitliche Dokumentation</a:t>
              </a:r>
              <a:endParaRPr lang="en-US" sz="1900" kern="1200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41A24EA5-B46B-475D-2C4C-72B3F0610893}"/>
                </a:ext>
              </a:extLst>
            </p:cNvPr>
            <p:cNvSpPr/>
            <p:nvPr/>
          </p:nvSpPr>
          <p:spPr>
            <a:xfrm>
              <a:off x="4153297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2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93ECB5A3-AE1A-5DB5-F223-958A21D3C1E0}"/>
                </a:ext>
              </a:extLst>
            </p:cNvPr>
            <p:cNvSpPr/>
            <p:nvPr/>
          </p:nvSpPr>
          <p:spPr>
            <a:xfrm>
              <a:off x="3414635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E943FC0A-354C-1DC2-6F8A-606B44E7F0C1}"/>
              </a:ext>
            </a:extLst>
          </p:cNvPr>
          <p:cNvGrpSpPr/>
          <p:nvPr/>
        </p:nvGrpSpPr>
        <p:grpSpPr>
          <a:xfrm>
            <a:off x="6216459" y="1249977"/>
            <a:ext cx="2547113" cy="3565958"/>
            <a:chOff x="6216459" y="1249977"/>
            <a:chExt cx="2547113" cy="3565958"/>
          </a:xfrm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C60F2E88-6EFE-A396-8EE5-6FDB20D97A65}"/>
                </a:ext>
              </a:extLst>
            </p:cNvPr>
            <p:cNvSpPr/>
            <p:nvPr/>
          </p:nvSpPr>
          <p:spPr>
            <a:xfrm>
              <a:off x="6216459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/>
                <a:t>Kein gemeinsamer Zugriffspunkt für Entwicklerressourcen</a:t>
              </a:r>
              <a:endParaRPr lang="en-US" sz="1900" kern="1200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F6EF6740-9302-F0F3-11D9-59D2342FFE5A}"/>
                </a:ext>
              </a:extLst>
            </p:cNvPr>
            <p:cNvSpPr/>
            <p:nvPr/>
          </p:nvSpPr>
          <p:spPr>
            <a:xfrm>
              <a:off x="6955122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C5C1793-6ADF-8352-1420-1E0AFF8D2258}"/>
                </a:ext>
              </a:extLst>
            </p:cNvPr>
            <p:cNvSpPr/>
            <p:nvPr/>
          </p:nvSpPr>
          <p:spPr>
            <a:xfrm>
              <a:off x="6216459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A275CC50-B593-DF60-9FA7-28FDA8952EF6}"/>
              </a:ext>
            </a:extLst>
          </p:cNvPr>
          <p:cNvGrpSpPr/>
          <p:nvPr/>
        </p:nvGrpSpPr>
        <p:grpSpPr>
          <a:xfrm>
            <a:off x="9018284" y="1249977"/>
            <a:ext cx="2547113" cy="3565958"/>
            <a:chOff x="9018284" y="1249977"/>
            <a:chExt cx="2547113" cy="3565958"/>
          </a:xfrm>
        </p:grpSpPr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50ADC2D6-B8C2-D6F1-8CC2-1D5295A32DE1}"/>
                </a:ext>
              </a:extLst>
            </p:cNvPr>
            <p:cNvSpPr/>
            <p:nvPr/>
          </p:nvSpPr>
          <p:spPr>
            <a:xfrm>
              <a:off x="9018284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Bestehende Arbeiten werden kaum genutzt oder weiterentwickelt</a:t>
              </a:r>
              <a:endParaRPr lang="en-US" sz="1900" kern="1200" dirty="0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11DEA5A2-0EC9-44BD-AC76-C93EF0E11444}"/>
                </a:ext>
              </a:extLst>
            </p:cNvPr>
            <p:cNvSpPr/>
            <p:nvPr/>
          </p:nvSpPr>
          <p:spPr>
            <a:xfrm>
              <a:off x="9756946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4561C2A4-AFF4-372D-1875-B8DAE3FDCEE5}"/>
                </a:ext>
              </a:extLst>
            </p:cNvPr>
            <p:cNvSpPr/>
            <p:nvPr/>
          </p:nvSpPr>
          <p:spPr>
            <a:xfrm>
              <a:off x="9018284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305422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EAA3-A18B-50C5-F2F3-EA7F8258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80957A2-D771-E74B-362A-6F68AC44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691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Ausgangslage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5442B92-5CCF-DC28-DB10-1165622CFE56}"/>
              </a:ext>
            </a:extLst>
          </p:cNvPr>
          <p:cNvGrpSpPr/>
          <p:nvPr/>
        </p:nvGrpSpPr>
        <p:grpSpPr>
          <a:xfrm>
            <a:off x="612810" y="1252330"/>
            <a:ext cx="2547113" cy="3565958"/>
            <a:chOff x="612810" y="1252330"/>
            <a:chExt cx="2547113" cy="3565958"/>
          </a:xfrm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6738791E-1607-88D0-8339-E3E58D94536F}"/>
                </a:ext>
              </a:extLst>
            </p:cNvPr>
            <p:cNvSpPr/>
            <p:nvPr/>
          </p:nvSpPr>
          <p:spPr>
            <a:xfrm>
              <a:off x="612810" y="1252330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5" rIns="198583" bIns="401518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Verteilte </a:t>
              </a:r>
              <a:r>
                <a:rPr lang="de-DE" sz="1900" kern="1200" dirty="0" err="1"/>
                <a:t>Repositories</a:t>
              </a:r>
              <a:r>
                <a:rPr lang="de-DE" sz="1900" kern="1200" dirty="0"/>
                <a:t> aus mehreren Semestern</a:t>
              </a:r>
              <a:endParaRPr lang="en-US" sz="1900" kern="1200" dirty="0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B2A887BE-A166-3921-44AC-455BC98987AE}"/>
                </a:ext>
              </a:extLst>
            </p:cNvPr>
            <p:cNvSpPr/>
            <p:nvPr/>
          </p:nvSpPr>
          <p:spPr>
            <a:xfrm>
              <a:off x="1351473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1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E6BA0B5C-75DE-72D1-29DA-9A8FC6474930}"/>
                </a:ext>
              </a:extLst>
            </p:cNvPr>
            <p:cNvSpPr/>
            <p:nvPr/>
          </p:nvSpPr>
          <p:spPr>
            <a:xfrm>
              <a:off x="612810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4E69FCDC-1C49-36F8-1B45-6D424B136132}"/>
              </a:ext>
            </a:extLst>
          </p:cNvPr>
          <p:cNvGrpSpPr/>
          <p:nvPr/>
        </p:nvGrpSpPr>
        <p:grpSpPr>
          <a:xfrm>
            <a:off x="3414635" y="1249977"/>
            <a:ext cx="2547113" cy="3565958"/>
            <a:chOff x="3414635" y="1249977"/>
            <a:chExt cx="2547113" cy="3565958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6E9B92B7-C969-B226-8BC5-14221A78B9A1}"/>
                </a:ext>
              </a:extLst>
            </p:cNvPr>
            <p:cNvSpPr/>
            <p:nvPr/>
          </p:nvSpPr>
          <p:spPr>
            <a:xfrm>
              <a:off x="3414635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Uneinheitliche Dokumentation</a:t>
              </a:r>
              <a:endParaRPr lang="en-US" sz="1900" kern="1200" dirty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4600BB81-3E4F-8A81-3472-73F0FDEAC7B2}"/>
                </a:ext>
              </a:extLst>
            </p:cNvPr>
            <p:cNvSpPr/>
            <p:nvPr/>
          </p:nvSpPr>
          <p:spPr>
            <a:xfrm>
              <a:off x="4153297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 dirty="0"/>
                <a:t>2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078CFE48-0B87-28B1-1440-F8D7132D48D8}"/>
                </a:ext>
              </a:extLst>
            </p:cNvPr>
            <p:cNvSpPr/>
            <p:nvPr/>
          </p:nvSpPr>
          <p:spPr>
            <a:xfrm>
              <a:off x="3414635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DB6FA0DD-012A-CE07-D663-21E8AC7A44B3}"/>
              </a:ext>
            </a:extLst>
          </p:cNvPr>
          <p:cNvGrpSpPr/>
          <p:nvPr/>
        </p:nvGrpSpPr>
        <p:grpSpPr>
          <a:xfrm>
            <a:off x="6216459" y="1249977"/>
            <a:ext cx="2547113" cy="3565958"/>
            <a:chOff x="6216459" y="1249977"/>
            <a:chExt cx="2547113" cy="3565958"/>
          </a:xfrm>
        </p:grpSpPr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2B98E168-8F55-933F-224D-D2D9739430F4}"/>
                </a:ext>
              </a:extLst>
            </p:cNvPr>
            <p:cNvSpPr/>
            <p:nvPr/>
          </p:nvSpPr>
          <p:spPr>
            <a:xfrm>
              <a:off x="6216459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/>
                <a:t>Kein gemeinsamer Zugriffspunkt für Entwicklerressourcen</a:t>
              </a:r>
              <a:endParaRPr lang="en-US" sz="1900" kern="1200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D18F3037-A82C-0870-C351-0E563A6ADBA6}"/>
                </a:ext>
              </a:extLst>
            </p:cNvPr>
            <p:cNvSpPr/>
            <p:nvPr/>
          </p:nvSpPr>
          <p:spPr>
            <a:xfrm>
              <a:off x="6955122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019F3D75-A550-99B8-7748-83998B770B67}"/>
                </a:ext>
              </a:extLst>
            </p:cNvPr>
            <p:cNvSpPr/>
            <p:nvPr/>
          </p:nvSpPr>
          <p:spPr>
            <a:xfrm>
              <a:off x="6216459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AA0F69B4-6EC8-47AB-F204-DA5C7964644E}"/>
              </a:ext>
            </a:extLst>
          </p:cNvPr>
          <p:cNvGrpSpPr/>
          <p:nvPr/>
        </p:nvGrpSpPr>
        <p:grpSpPr>
          <a:xfrm>
            <a:off x="9018284" y="1249977"/>
            <a:ext cx="2547113" cy="3565958"/>
            <a:chOff x="9018284" y="1249977"/>
            <a:chExt cx="2547113" cy="3565958"/>
          </a:xfrm>
        </p:grpSpPr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040E985E-3E9D-D7A4-153D-ABBB54AA0B27}"/>
                </a:ext>
              </a:extLst>
            </p:cNvPr>
            <p:cNvSpPr/>
            <p:nvPr/>
          </p:nvSpPr>
          <p:spPr>
            <a:xfrm>
              <a:off x="9018284" y="1249977"/>
              <a:ext cx="2547113" cy="3565958"/>
            </a:xfrm>
            <a:custGeom>
              <a:avLst/>
              <a:gdLst>
                <a:gd name="csX0" fmla="*/ 0 w 2547113"/>
                <a:gd name="csY0" fmla="*/ 0 h 3565958"/>
                <a:gd name="csX1" fmla="*/ 2547113 w 2547113"/>
                <a:gd name="csY1" fmla="*/ 0 h 3565958"/>
                <a:gd name="csX2" fmla="*/ 2547113 w 2547113"/>
                <a:gd name="csY2" fmla="*/ 3565958 h 3565958"/>
                <a:gd name="csX3" fmla="*/ 0 w 2547113"/>
                <a:gd name="csY3" fmla="*/ 3565958 h 3565958"/>
                <a:gd name="csX4" fmla="*/ 0 w 2547113"/>
                <a:gd name="csY4" fmla="*/ 0 h 35659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47113" h="3565958">
                  <a:moveTo>
                    <a:pt x="0" y="0"/>
                  </a:moveTo>
                  <a:lnTo>
                    <a:pt x="2547113" y="0"/>
                  </a:lnTo>
                  <a:lnTo>
                    <a:pt x="2547113" y="3565958"/>
                  </a:lnTo>
                  <a:lnTo>
                    <a:pt x="0" y="3565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5E">
                <a:alpha val="30196"/>
              </a:srgbClr>
            </a:solidFill>
            <a:ln>
              <a:solidFill>
                <a:srgbClr val="B2005E">
                  <a:alpha val="90000"/>
                </a:srgb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583" tIns="1685264" rIns="198583" bIns="401519" numCol="1" spcCol="1270" anchor="t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1900" kern="1200" dirty="0"/>
                <a:t>Bestehende Arbeiten werden kaum genutzt oder weiterentwickelt</a:t>
              </a:r>
              <a:endParaRPr lang="en-US" sz="1900" kern="1200" dirty="0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4EB1BEE9-8E8A-979F-D87F-2D63A362B3D9}"/>
                </a:ext>
              </a:extLst>
            </p:cNvPr>
            <p:cNvSpPr/>
            <p:nvPr/>
          </p:nvSpPr>
          <p:spPr>
            <a:xfrm>
              <a:off x="9756946" y="1606573"/>
              <a:ext cx="1069787" cy="1069787"/>
            </a:xfrm>
            <a:custGeom>
              <a:avLst/>
              <a:gdLst>
                <a:gd name="csX0" fmla="*/ 0 w 1069787"/>
                <a:gd name="csY0" fmla="*/ 534894 h 1069787"/>
                <a:gd name="csX1" fmla="*/ 534894 w 1069787"/>
                <a:gd name="csY1" fmla="*/ 0 h 1069787"/>
                <a:gd name="csX2" fmla="*/ 1069788 w 1069787"/>
                <a:gd name="csY2" fmla="*/ 534894 h 1069787"/>
                <a:gd name="csX3" fmla="*/ 534894 w 1069787"/>
                <a:gd name="csY3" fmla="*/ 1069788 h 1069787"/>
                <a:gd name="csX4" fmla="*/ 0 w 1069787"/>
                <a:gd name="csY4" fmla="*/ 534894 h 1069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9787" h="1069787">
                  <a:moveTo>
                    <a:pt x="0" y="534894"/>
                  </a:moveTo>
                  <a:cubicBezTo>
                    <a:pt x="0" y="239480"/>
                    <a:pt x="239480" y="0"/>
                    <a:pt x="534894" y="0"/>
                  </a:cubicBezTo>
                  <a:cubicBezTo>
                    <a:pt x="830308" y="0"/>
                    <a:pt x="1069788" y="239480"/>
                    <a:pt x="1069788" y="534894"/>
                  </a:cubicBezTo>
                  <a:cubicBezTo>
                    <a:pt x="1069788" y="830308"/>
                    <a:pt x="830308" y="1069788"/>
                    <a:pt x="534894" y="1069788"/>
                  </a:cubicBezTo>
                  <a:cubicBezTo>
                    <a:pt x="239480" y="1069788"/>
                    <a:pt x="0" y="830308"/>
                    <a:pt x="0" y="534894"/>
                  </a:cubicBezTo>
                  <a:close/>
                </a:path>
              </a:pathLst>
            </a:custGeom>
            <a:solidFill>
              <a:srgbClr val="B2005E"/>
            </a:solidFill>
            <a:ln>
              <a:solidFill>
                <a:srgbClr val="B2005E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0072" tIns="169367" rIns="240072" bIns="169367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13113241-4C47-A2A0-C636-E0E53EFA15C1}"/>
                </a:ext>
              </a:extLst>
            </p:cNvPr>
            <p:cNvSpPr/>
            <p:nvPr/>
          </p:nvSpPr>
          <p:spPr>
            <a:xfrm>
              <a:off x="9018284" y="4815863"/>
              <a:ext cx="2547113" cy="72"/>
            </a:xfrm>
            <a:prstGeom prst="rect">
              <a:avLst/>
            </a:pr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C1169C1-A888-7F2F-FBFB-6E644D0E77A4}"/>
              </a:ext>
            </a:extLst>
          </p:cNvPr>
          <p:cNvSpPr/>
          <p:nvPr/>
        </p:nvSpPr>
        <p:spPr>
          <a:xfrm>
            <a:off x="609600" y="5013176"/>
            <a:ext cx="2534072" cy="792088"/>
          </a:xfrm>
          <a:prstGeom prst="roundRect">
            <a:avLst/>
          </a:prstGeom>
          <a:solidFill>
            <a:srgbClr val="B2005E"/>
          </a:solidFill>
          <a:ln>
            <a:solidFill>
              <a:srgbClr val="B200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Kein zentraler Überblick</a:t>
            </a:r>
            <a:endParaRPr lang="de-CH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E3D9B60E-57E2-2023-0510-0092ADCC12D8}"/>
              </a:ext>
            </a:extLst>
          </p:cNvPr>
          <p:cNvSpPr/>
          <p:nvPr/>
        </p:nvSpPr>
        <p:spPr>
          <a:xfrm>
            <a:off x="3431704" y="5013176"/>
            <a:ext cx="2534072" cy="792088"/>
          </a:xfrm>
          <a:prstGeom prst="roundRect">
            <a:avLst/>
          </a:prstGeom>
          <a:solidFill>
            <a:srgbClr val="B2005E"/>
          </a:solidFill>
          <a:ln>
            <a:solidFill>
              <a:srgbClr val="B200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1" hangingPunct="1">
              <a:spcBef>
                <a:spcPct val="30000"/>
              </a:spcBef>
              <a:defRPr/>
            </a:pPr>
            <a:r>
              <a:rPr lang="de-DE" sz="1600" dirty="0"/>
              <a:t>Schwer verständlich &amp; kaum wiederverwendbar</a:t>
            </a:r>
            <a:endParaRPr lang="de-CH" sz="1600" dirty="0"/>
          </a:p>
        </p:txBody>
      </p:sp>
    </p:spTree>
    <p:extLst>
      <p:ext uri="{BB962C8B-B14F-4D97-AF65-F5344CB8AC3E}">
        <p14:creationId xmlns:p14="http://schemas.microsoft.com/office/powerpoint/2010/main" val="2626991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5E3F09-1829-2AC5-1B0B-C519741CB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Zielbild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ED357F9-4307-0B9D-79D3-21F112235B9D}"/>
              </a:ext>
            </a:extLst>
          </p:cNvPr>
          <p:cNvGrpSpPr/>
          <p:nvPr/>
        </p:nvGrpSpPr>
        <p:grpSpPr>
          <a:xfrm>
            <a:off x="726408" y="2811399"/>
            <a:ext cx="2373300" cy="2103564"/>
            <a:chOff x="726408" y="2811399"/>
            <a:chExt cx="2373300" cy="2103564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4A833E95-650C-18B8-E1FB-7FB3623601B4}"/>
                </a:ext>
              </a:extLst>
            </p:cNvPr>
            <p:cNvSpPr/>
            <p:nvPr/>
          </p:nvSpPr>
          <p:spPr>
            <a:xfrm>
              <a:off x="1379066" y="2811399"/>
              <a:ext cx="1067985" cy="1067985"/>
            </a:xfrm>
            <a:prstGeom prst="rect">
              <a:avLst/>
            </a:prstGeom>
            <a:blipFill dpi="0"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AF968F8A-3D82-E6A0-4216-CF4C130F0E5C}"/>
                </a:ext>
              </a:extLst>
            </p:cNvPr>
            <p:cNvSpPr/>
            <p:nvPr/>
          </p:nvSpPr>
          <p:spPr>
            <a:xfrm>
              <a:off x="726408" y="4194963"/>
              <a:ext cx="2373300" cy="720000"/>
            </a:xfrm>
            <a:custGeom>
              <a:avLst/>
              <a:gdLst>
                <a:gd name="csX0" fmla="*/ 0 w 2373300"/>
                <a:gd name="csY0" fmla="*/ 0 h 720000"/>
                <a:gd name="csX1" fmla="*/ 2373300 w 2373300"/>
                <a:gd name="csY1" fmla="*/ 0 h 720000"/>
                <a:gd name="csX2" fmla="*/ 2373300 w 2373300"/>
                <a:gd name="csY2" fmla="*/ 720000 h 720000"/>
                <a:gd name="csX3" fmla="*/ 0 w 2373300"/>
                <a:gd name="csY3" fmla="*/ 720000 h 720000"/>
                <a:gd name="csX4" fmla="*/ 0 w 23733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73300" h="720000">
                  <a:moveTo>
                    <a:pt x="0" y="0"/>
                  </a:moveTo>
                  <a:lnTo>
                    <a:pt x="2373300" y="0"/>
                  </a:lnTo>
                  <a:lnTo>
                    <a:pt x="23733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kern="1200" dirty="0"/>
                <a:t>Zentrale Plattform für alle Entwicklerressourcen</a:t>
              </a:r>
              <a:endParaRPr lang="en-US" kern="1200" dirty="0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E025929-6C2E-6E3E-E9E1-AFECCBF45885}"/>
              </a:ext>
            </a:extLst>
          </p:cNvPr>
          <p:cNvGrpSpPr/>
          <p:nvPr/>
        </p:nvGrpSpPr>
        <p:grpSpPr>
          <a:xfrm>
            <a:off x="3515036" y="2811399"/>
            <a:ext cx="2373300" cy="2103564"/>
            <a:chOff x="3515036" y="2811399"/>
            <a:chExt cx="2373300" cy="2103564"/>
          </a:xfrm>
        </p:grpSpPr>
        <p:sp>
          <p:nvSpPr>
            <p:cNvPr id="10" name="Rechteck 9" descr="Open Folder">
              <a:extLst>
                <a:ext uri="{FF2B5EF4-FFF2-40B4-BE49-F238E27FC236}">
                  <a16:creationId xmlns:a16="http://schemas.microsoft.com/office/drawing/2014/main" id="{E56DC3EE-A7FE-047E-5E0F-4A4FBC6AD97C}"/>
                </a:ext>
              </a:extLst>
            </p:cNvPr>
            <p:cNvSpPr/>
            <p:nvPr/>
          </p:nvSpPr>
          <p:spPr>
            <a:xfrm>
              <a:off x="4167693" y="2811399"/>
              <a:ext cx="1067985" cy="1067985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BE6B4AF-DDB4-E982-2576-064DA8B89181}"/>
                </a:ext>
              </a:extLst>
            </p:cNvPr>
            <p:cNvSpPr/>
            <p:nvPr/>
          </p:nvSpPr>
          <p:spPr>
            <a:xfrm>
              <a:off x="3515036" y="4194963"/>
              <a:ext cx="2373300" cy="720000"/>
            </a:xfrm>
            <a:custGeom>
              <a:avLst/>
              <a:gdLst>
                <a:gd name="csX0" fmla="*/ 0 w 2373300"/>
                <a:gd name="csY0" fmla="*/ 0 h 720000"/>
                <a:gd name="csX1" fmla="*/ 2373300 w 2373300"/>
                <a:gd name="csY1" fmla="*/ 0 h 720000"/>
                <a:gd name="csX2" fmla="*/ 2373300 w 2373300"/>
                <a:gd name="csY2" fmla="*/ 720000 h 720000"/>
                <a:gd name="csX3" fmla="*/ 0 w 2373300"/>
                <a:gd name="csY3" fmla="*/ 720000 h 720000"/>
                <a:gd name="csX4" fmla="*/ 0 w 23733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73300" h="720000">
                  <a:moveTo>
                    <a:pt x="0" y="0"/>
                  </a:moveTo>
                  <a:lnTo>
                    <a:pt x="2373300" y="0"/>
                  </a:lnTo>
                  <a:lnTo>
                    <a:pt x="23733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kern="1200" dirty="0"/>
                <a:t>Einheitlicher Zugriff auf Projekte &amp; Dokumentation</a:t>
              </a:r>
              <a:endParaRPr lang="en-US" kern="1200" dirty="0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876D0EF-0027-2B3E-4449-AAE202F6708D}"/>
              </a:ext>
            </a:extLst>
          </p:cNvPr>
          <p:cNvGrpSpPr/>
          <p:nvPr/>
        </p:nvGrpSpPr>
        <p:grpSpPr>
          <a:xfrm>
            <a:off x="6303663" y="2811399"/>
            <a:ext cx="2373300" cy="2103564"/>
            <a:chOff x="6303663" y="2811399"/>
            <a:chExt cx="2373300" cy="2103564"/>
          </a:xfrm>
        </p:grpSpPr>
        <p:sp>
          <p:nvSpPr>
            <p:cNvPr id="12" name="Rechteck 11" descr="Tabelle">
              <a:extLst>
                <a:ext uri="{FF2B5EF4-FFF2-40B4-BE49-F238E27FC236}">
                  <a16:creationId xmlns:a16="http://schemas.microsoft.com/office/drawing/2014/main" id="{6CEE8393-966C-0105-A2C8-E7514B2478FE}"/>
                </a:ext>
              </a:extLst>
            </p:cNvPr>
            <p:cNvSpPr/>
            <p:nvPr/>
          </p:nvSpPr>
          <p:spPr>
            <a:xfrm>
              <a:off x="6956321" y="2811399"/>
              <a:ext cx="1067985" cy="1067985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E751F161-018A-6F66-373C-B9DD4891C8A4}"/>
                </a:ext>
              </a:extLst>
            </p:cNvPr>
            <p:cNvSpPr/>
            <p:nvPr/>
          </p:nvSpPr>
          <p:spPr>
            <a:xfrm>
              <a:off x="6303663" y="4194963"/>
              <a:ext cx="2373300" cy="720000"/>
            </a:xfrm>
            <a:custGeom>
              <a:avLst/>
              <a:gdLst>
                <a:gd name="csX0" fmla="*/ 0 w 2373300"/>
                <a:gd name="csY0" fmla="*/ 0 h 720000"/>
                <a:gd name="csX1" fmla="*/ 2373300 w 2373300"/>
                <a:gd name="csY1" fmla="*/ 0 h 720000"/>
                <a:gd name="csX2" fmla="*/ 2373300 w 2373300"/>
                <a:gd name="csY2" fmla="*/ 720000 h 720000"/>
                <a:gd name="csX3" fmla="*/ 0 w 2373300"/>
                <a:gd name="csY3" fmla="*/ 720000 h 720000"/>
                <a:gd name="csX4" fmla="*/ 0 w 23733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73300" h="720000">
                  <a:moveTo>
                    <a:pt x="0" y="0"/>
                  </a:moveTo>
                  <a:lnTo>
                    <a:pt x="2373300" y="0"/>
                  </a:lnTo>
                  <a:lnTo>
                    <a:pt x="23733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kern="1200" dirty="0"/>
                <a:t>Strukturierte und wiederverwendbare Repository-Sammlung</a:t>
              </a:r>
              <a:endParaRPr lang="en-US" kern="1200" dirty="0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EA84D65-D9D9-7526-0EE6-5B1ECE845575}"/>
              </a:ext>
            </a:extLst>
          </p:cNvPr>
          <p:cNvGrpSpPr/>
          <p:nvPr/>
        </p:nvGrpSpPr>
        <p:grpSpPr>
          <a:xfrm>
            <a:off x="9092291" y="2811399"/>
            <a:ext cx="2373300" cy="2103564"/>
            <a:chOff x="9092291" y="2811399"/>
            <a:chExt cx="2373300" cy="2103564"/>
          </a:xfrm>
        </p:grpSpPr>
        <p:sp>
          <p:nvSpPr>
            <p:cNvPr id="14" name="Rechteck 13" descr="Markierung">
              <a:extLst>
                <a:ext uri="{FF2B5EF4-FFF2-40B4-BE49-F238E27FC236}">
                  <a16:creationId xmlns:a16="http://schemas.microsoft.com/office/drawing/2014/main" id="{3FC4AB4E-DDB2-39C7-6084-00CD61B6D804}"/>
                </a:ext>
              </a:extLst>
            </p:cNvPr>
            <p:cNvSpPr/>
            <p:nvPr/>
          </p:nvSpPr>
          <p:spPr>
            <a:xfrm>
              <a:off x="9744948" y="2811399"/>
              <a:ext cx="1067985" cy="1067985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64CB3131-E4CF-9B05-EC2A-13C561AE07CB}"/>
                </a:ext>
              </a:extLst>
            </p:cNvPr>
            <p:cNvSpPr/>
            <p:nvPr/>
          </p:nvSpPr>
          <p:spPr>
            <a:xfrm>
              <a:off x="9092291" y="4194963"/>
              <a:ext cx="2373300" cy="720000"/>
            </a:xfrm>
            <a:custGeom>
              <a:avLst/>
              <a:gdLst>
                <a:gd name="csX0" fmla="*/ 0 w 2373300"/>
                <a:gd name="csY0" fmla="*/ 0 h 720000"/>
                <a:gd name="csX1" fmla="*/ 2373300 w 2373300"/>
                <a:gd name="csY1" fmla="*/ 0 h 720000"/>
                <a:gd name="csX2" fmla="*/ 2373300 w 2373300"/>
                <a:gd name="csY2" fmla="*/ 720000 h 720000"/>
                <a:gd name="csX3" fmla="*/ 0 w 2373300"/>
                <a:gd name="csY3" fmla="*/ 720000 h 720000"/>
                <a:gd name="csX4" fmla="*/ 0 w 2373300"/>
                <a:gd name="csY4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73300" h="720000">
                  <a:moveTo>
                    <a:pt x="0" y="0"/>
                  </a:moveTo>
                  <a:lnTo>
                    <a:pt x="2373300" y="0"/>
                  </a:lnTo>
                  <a:lnTo>
                    <a:pt x="2373300" y="720000"/>
                  </a:lnTo>
                  <a:lnTo>
                    <a:pt x="0" y="720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kern="1200" dirty="0"/>
                <a:t>Geschützte, lokal betriebene Umgebung</a:t>
              </a:r>
              <a:endParaRPr lang="en-US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120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8CA12E9-8771-D19B-FCF6-58981E6C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Ziele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927BA99-26C6-7008-E9D5-47068AEB854D}"/>
              </a:ext>
            </a:extLst>
          </p:cNvPr>
          <p:cNvGrpSpPr/>
          <p:nvPr/>
        </p:nvGrpSpPr>
        <p:grpSpPr>
          <a:xfrm>
            <a:off x="1775520" y="1415571"/>
            <a:ext cx="8762406" cy="730512"/>
            <a:chOff x="2063552" y="1600775"/>
            <a:chExt cx="8762406" cy="730512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C3C47194-FF7D-B634-0FEF-40341D2FE02E}"/>
                </a:ext>
              </a:extLst>
            </p:cNvPr>
            <p:cNvSpPr/>
            <p:nvPr/>
          </p:nvSpPr>
          <p:spPr>
            <a:xfrm>
              <a:off x="3529046" y="1600775"/>
              <a:ext cx="7296912" cy="730512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1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/>
                <a:t>Aufbau eines lokalen </a:t>
              </a:r>
              <a:r>
                <a:rPr lang="de-CH" sz="2200" kern="1200" dirty="0" err="1"/>
                <a:t>Kubernetes</a:t>
              </a:r>
              <a:r>
                <a:rPr lang="de-CH" sz="2200" kern="1200" dirty="0"/>
                <a:t>-Clusters (z. B. </a:t>
              </a:r>
              <a:r>
                <a:rPr lang="de-CH" sz="2200" kern="1200" dirty="0" err="1"/>
                <a:t>Minikube</a:t>
              </a:r>
              <a:r>
                <a:rPr lang="de-CH" sz="2200" kern="1200" dirty="0"/>
                <a:t>)</a:t>
              </a:r>
              <a:endParaRPr lang="en-US" sz="2200" kern="1200" dirty="0"/>
            </a:p>
          </p:txBody>
        </p:sp>
        <p:sp>
          <p:nvSpPr>
            <p:cNvPr id="8" name="Ellipse 7" descr="Kennzeichen mit einfarbiger Füllung">
              <a:extLst>
                <a:ext uri="{FF2B5EF4-FFF2-40B4-BE49-F238E27FC236}">
                  <a16:creationId xmlns:a16="http://schemas.microsoft.com/office/drawing/2014/main" id="{2D061C71-BA79-694C-0B2F-6C27CD8FEB5C}"/>
                </a:ext>
              </a:extLst>
            </p:cNvPr>
            <p:cNvSpPr/>
            <p:nvPr/>
          </p:nvSpPr>
          <p:spPr>
            <a:xfrm>
              <a:off x="2063552" y="1600776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F681D7E-4769-2875-389B-0BEEEB4CE992}"/>
              </a:ext>
            </a:extLst>
          </p:cNvPr>
          <p:cNvGrpSpPr/>
          <p:nvPr/>
        </p:nvGrpSpPr>
        <p:grpSpPr>
          <a:xfrm>
            <a:off x="695400" y="2286240"/>
            <a:ext cx="9842344" cy="730512"/>
            <a:chOff x="1631504" y="2556717"/>
            <a:chExt cx="9842344" cy="730512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A4F91C1D-0BD9-DBEC-7FFD-7B581BB5B5EB}"/>
                </a:ext>
              </a:extLst>
            </p:cNvPr>
            <p:cNvSpPr/>
            <p:nvPr/>
          </p:nvSpPr>
          <p:spPr>
            <a:xfrm>
              <a:off x="4176936" y="2556717"/>
              <a:ext cx="7296912" cy="730512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1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/>
                <a:t>Evaluation und Auswahl eines geeigneten Developer Hubs</a:t>
              </a:r>
              <a:endParaRPr lang="en-US" sz="2200" kern="1200" dirty="0"/>
            </a:p>
          </p:txBody>
        </p:sp>
        <p:sp>
          <p:nvSpPr>
            <p:cNvPr id="10" name="Ellipse 9" descr="Kennzeichen mit einfarbiger Füllung">
              <a:extLst>
                <a:ext uri="{FF2B5EF4-FFF2-40B4-BE49-F238E27FC236}">
                  <a16:creationId xmlns:a16="http://schemas.microsoft.com/office/drawing/2014/main" id="{9146CC57-41F6-0982-F8AF-A4F309B0703B}"/>
                </a:ext>
              </a:extLst>
            </p:cNvPr>
            <p:cNvSpPr/>
            <p:nvPr/>
          </p:nvSpPr>
          <p:spPr>
            <a:xfrm>
              <a:off x="1631504" y="2556718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1392945-1301-63FF-45BE-CE7E0A1B67F7}"/>
              </a:ext>
            </a:extLst>
          </p:cNvPr>
          <p:cNvGrpSpPr/>
          <p:nvPr/>
        </p:nvGrpSpPr>
        <p:grpSpPr>
          <a:xfrm>
            <a:off x="2500523" y="3153436"/>
            <a:ext cx="8027422" cy="730511"/>
            <a:chOff x="2212491" y="3512282"/>
            <a:chExt cx="8027422" cy="730511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0FCE747D-E41C-37ED-9F4B-A5D5C3B4E43C}"/>
                </a:ext>
              </a:extLst>
            </p:cNvPr>
            <p:cNvSpPr/>
            <p:nvPr/>
          </p:nvSpPr>
          <p:spPr>
            <a:xfrm>
              <a:off x="2943001" y="3512282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 err="1"/>
                <a:t>Deployment</a:t>
              </a:r>
              <a:r>
                <a:rPr lang="de-CH" sz="2200" kern="1200" dirty="0"/>
                <a:t> des Developer Hubs im Cluster</a:t>
              </a:r>
              <a:endParaRPr lang="en-US" sz="2200" kern="1200" dirty="0"/>
            </a:p>
          </p:txBody>
        </p:sp>
        <p:sp>
          <p:nvSpPr>
            <p:cNvPr id="12" name="Ellipse 11" descr="Kennzeichen mit einfarbiger Füllung">
              <a:extLst>
                <a:ext uri="{FF2B5EF4-FFF2-40B4-BE49-F238E27FC236}">
                  <a16:creationId xmlns:a16="http://schemas.microsoft.com/office/drawing/2014/main" id="{23482FD3-E286-C5A6-9420-F6B8AD21FE19}"/>
                </a:ext>
              </a:extLst>
            </p:cNvPr>
            <p:cNvSpPr/>
            <p:nvPr/>
          </p:nvSpPr>
          <p:spPr>
            <a:xfrm>
              <a:off x="2212491" y="3512283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555F2C0-EA70-EE95-BAF4-321A2EF9A37D}"/>
              </a:ext>
            </a:extLst>
          </p:cNvPr>
          <p:cNvGrpSpPr/>
          <p:nvPr/>
        </p:nvGrpSpPr>
        <p:grpSpPr>
          <a:xfrm>
            <a:off x="1874984" y="4020631"/>
            <a:ext cx="8652961" cy="730511"/>
            <a:chOff x="1264323" y="4446498"/>
            <a:chExt cx="8652961" cy="730511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17F839BB-8A68-F416-28D1-6119EC52CE71}"/>
                </a:ext>
              </a:extLst>
            </p:cNvPr>
            <p:cNvSpPr/>
            <p:nvPr/>
          </p:nvSpPr>
          <p:spPr>
            <a:xfrm>
              <a:off x="2620372" y="4446498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/>
                <a:t>Integration von mindestens 4 bestehenden </a:t>
              </a:r>
              <a:r>
                <a:rPr lang="de-CH" sz="2200" kern="1200" dirty="0" err="1"/>
                <a:t>Repositories</a:t>
              </a:r>
              <a:endParaRPr lang="en-US" sz="2200" kern="1200" dirty="0"/>
            </a:p>
          </p:txBody>
        </p:sp>
        <p:sp>
          <p:nvSpPr>
            <p:cNvPr id="14" name="Ellipse 13" descr="Kennzeichen mit einfarbiger Füllung">
              <a:extLst>
                <a:ext uri="{FF2B5EF4-FFF2-40B4-BE49-F238E27FC236}">
                  <a16:creationId xmlns:a16="http://schemas.microsoft.com/office/drawing/2014/main" id="{FF1EA47E-5BFF-221E-5B35-9854A385D2F2}"/>
                </a:ext>
              </a:extLst>
            </p:cNvPr>
            <p:cNvSpPr/>
            <p:nvPr/>
          </p:nvSpPr>
          <p:spPr>
            <a:xfrm>
              <a:off x="1264323" y="4446498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512BAFDA-891E-223F-B507-D105CECC40C8}"/>
              </a:ext>
            </a:extLst>
          </p:cNvPr>
          <p:cNvGrpSpPr/>
          <p:nvPr/>
        </p:nvGrpSpPr>
        <p:grpSpPr>
          <a:xfrm>
            <a:off x="1199456" y="5208583"/>
            <a:ext cx="9346349" cy="730511"/>
            <a:chOff x="580734" y="5395072"/>
            <a:chExt cx="9346349" cy="730511"/>
          </a:xfrm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AC7F683E-4AAF-29AE-524B-C4707DBC4364}"/>
                </a:ext>
              </a:extLst>
            </p:cNvPr>
            <p:cNvSpPr/>
            <p:nvPr/>
          </p:nvSpPr>
          <p:spPr>
            <a:xfrm>
              <a:off x="2630171" y="5395072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3821" rIns="156464" bIns="8382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200" kern="1200" dirty="0"/>
                <a:t>Dokumentation &amp; optionale KI-Evaluierung</a:t>
              </a:r>
              <a:endParaRPr lang="en-US" sz="2200" kern="1200" dirty="0"/>
            </a:p>
          </p:txBody>
        </p:sp>
        <p:sp>
          <p:nvSpPr>
            <p:cNvPr id="16" name="Ellipse 15" descr="Kennzeichen mit einfarbiger Füllung">
              <a:extLst>
                <a:ext uri="{FF2B5EF4-FFF2-40B4-BE49-F238E27FC236}">
                  <a16:creationId xmlns:a16="http://schemas.microsoft.com/office/drawing/2014/main" id="{28D4492B-DECB-5609-CBEF-A00FAAF69B66}"/>
                </a:ext>
              </a:extLst>
            </p:cNvPr>
            <p:cNvSpPr/>
            <p:nvPr/>
          </p:nvSpPr>
          <p:spPr>
            <a:xfrm>
              <a:off x="580734" y="5395073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6242EEA-8ED1-F16D-A887-6AB2015F844C}"/>
              </a:ext>
            </a:extLst>
          </p:cNvPr>
          <p:cNvGrpSpPr/>
          <p:nvPr/>
        </p:nvGrpSpPr>
        <p:grpSpPr>
          <a:xfrm>
            <a:off x="-27542" y="1052736"/>
            <a:ext cx="3725574" cy="5594920"/>
            <a:chOff x="-27542" y="1052736"/>
            <a:chExt cx="3725574" cy="5594920"/>
          </a:xfrm>
        </p:grpSpPr>
        <p:pic>
          <p:nvPicPr>
            <p:cNvPr id="25" name="Grafik 24" descr="Markierung mit einfarbiger Füllung">
              <a:extLst>
                <a:ext uri="{FF2B5EF4-FFF2-40B4-BE49-F238E27FC236}">
                  <a16:creationId xmlns:a16="http://schemas.microsoft.com/office/drawing/2014/main" id="{01B3FE67-7EF0-AE7A-BBC8-DDB6942F98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3632" y="5733256"/>
              <a:ext cx="914400" cy="914400"/>
            </a:xfrm>
            <a:prstGeom prst="rect">
              <a:avLst/>
            </a:prstGeom>
          </p:spPr>
        </p:pic>
        <p:pic>
          <p:nvPicPr>
            <p:cNvPr id="26" name="Grafik 25" descr="Markierung mit einfarbiger Füllung">
              <a:extLst>
                <a:ext uri="{FF2B5EF4-FFF2-40B4-BE49-F238E27FC236}">
                  <a16:creationId xmlns:a16="http://schemas.microsoft.com/office/drawing/2014/main" id="{2E7474D2-40A1-F746-BB69-1A62E0EEB7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7542" y="1052736"/>
              <a:ext cx="914400" cy="914400"/>
            </a:xfrm>
            <a:prstGeom prst="rect">
              <a:avLst/>
            </a:prstGeom>
          </p:spPr>
        </p:pic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8880F422-7414-D46A-D27B-9E535DEA0264}"/>
                </a:ext>
              </a:extLst>
            </p:cNvPr>
            <p:cNvSpPr/>
            <p:nvPr/>
          </p:nvSpPr>
          <p:spPr>
            <a:xfrm>
              <a:off x="429658" y="1828800"/>
              <a:ext cx="2941512" cy="4682169"/>
            </a:xfrm>
            <a:custGeom>
              <a:avLst/>
              <a:gdLst>
                <a:gd name="csX0" fmla="*/ 0 w 2941512"/>
                <a:gd name="csY0" fmla="*/ 0 h 4682169"/>
                <a:gd name="csX1" fmla="*/ 2434728 w 2941512"/>
                <a:gd name="csY1" fmla="*/ 583894 h 4682169"/>
                <a:gd name="csX2" fmla="*/ 187287 w 2941512"/>
                <a:gd name="csY2" fmla="*/ 1244906 h 4682169"/>
                <a:gd name="csX3" fmla="*/ 2269475 w 2941512"/>
                <a:gd name="csY3" fmla="*/ 1938969 h 4682169"/>
                <a:gd name="csX4" fmla="*/ 473725 w 2941512"/>
                <a:gd name="csY4" fmla="*/ 2555913 h 4682169"/>
                <a:gd name="csX5" fmla="*/ 2941503 w 2941512"/>
                <a:gd name="csY5" fmla="*/ 3183875 h 4682169"/>
                <a:gd name="csX6" fmla="*/ 506776 w 2941512"/>
                <a:gd name="csY6" fmla="*/ 3723701 h 4682169"/>
                <a:gd name="csX7" fmla="*/ 2798284 w 2941512"/>
                <a:gd name="csY7" fmla="*/ 4682169 h 46821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941512" h="4682169">
                  <a:moveTo>
                    <a:pt x="0" y="0"/>
                  </a:moveTo>
                  <a:cubicBezTo>
                    <a:pt x="1201756" y="188205"/>
                    <a:pt x="2403513" y="376410"/>
                    <a:pt x="2434728" y="583894"/>
                  </a:cubicBezTo>
                  <a:cubicBezTo>
                    <a:pt x="2465943" y="791378"/>
                    <a:pt x="214829" y="1019060"/>
                    <a:pt x="187287" y="1244906"/>
                  </a:cubicBezTo>
                  <a:cubicBezTo>
                    <a:pt x="159745" y="1470752"/>
                    <a:pt x="2221735" y="1720468"/>
                    <a:pt x="2269475" y="1938969"/>
                  </a:cubicBezTo>
                  <a:cubicBezTo>
                    <a:pt x="2317215" y="2157470"/>
                    <a:pt x="361720" y="2348429"/>
                    <a:pt x="473725" y="2555913"/>
                  </a:cubicBezTo>
                  <a:cubicBezTo>
                    <a:pt x="585730" y="2763397"/>
                    <a:pt x="2935995" y="2989244"/>
                    <a:pt x="2941503" y="3183875"/>
                  </a:cubicBezTo>
                  <a:cubicBezTo>
                    <a:pt x="2947011" y="3378506"/>
                    <a:pt x="530646" y="3473985"/>
                    <a:pt x="506776" y="3723701"/>
                  </a:cubicBezTo>
                  <a:cubicBezTo>
                    <a:pt x="482906" y="3973417"/>
                    <a:pt x="1640595" y="4327793"/>
                    <a:pt x="2798284" y="4682169"/>
                  </a:cubicBezTo>
                </a:path>
              </a:pathLst>
            </a:custGeom>
            <a:noFill/>
            <a:ln>
              <a:solidFill>
                <a:srgbClr val="B2005E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</p:grpSp>
    </p:spTree>
    <p:extLst>
      <p:ext uri="{BB962C8B-B14F-4D97-AF65-F5344CB8AC3E}">
        <p14:creationId xmlns:p14="http://schemas.microsoft.com/office/powerpoint/2010/main" val="2116258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A8EC397-A060-9E5D-C655-6C8F17AD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83" y="260648"/>
            <a:ext cx="8256917" cy="720080"/>
          </a:xfrm>
        </p:spPr>
        <p:txBody>
          <a:bodyPr>
            <a:normAutofit/>
          </a:bodyPr>
          <a:lstStyle/>
          <a:p>
            <a:r>
              <a:rPr lang="de-CH" dirty="0"/>
              <a:t>Risiken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F107C7F-06CD-AD7B-3BFB-965B0695E823}"/>
              </a:ext>
            </a:extLst>
          </p:cNvPr>
          <p:cNvGrpSpPr/>
          <p:nvPr/>
        </p:nvGrpSpPr>
        <p:grpSpPr>
          <a:xfrm>
            <a:off x="2483459" y="1265583"/>
            <a:ext cx="8027422" cy="730512"/>
            <a:chOff x="2485170" y="1486822"/>
            <a:chExt cx="8027422" cy="730512"/>
          </a:xfrm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6B1E94B3-B3C1-A3DE-E341-C5911EB12BDB}"/>
                </a:ext>
              </a:extLst>
            </p:cNvPr>
            <p:cNvSpPr/>
            <p:nvPr/>
          </p:nvSpPr>
          <p:spPr>
            <a:xfrm>
              <a:off x="3215680" y="1486822"/>
              <a:ext cx="7296912" cy="730512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1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 err="1"/>
                <a:t>Kubernetes</a:t>
              </a:r>
              <a:r>
                <a:rPr lang="de-CH" sz="2100" b="1" kern="1200" dirty="0"/>
                <a:t>-Komplexität </a:t>
              </a:r>
              <a:r>
                <a:rPr lang="de-CH" sz="2100" kern="1200" dirty="0"/>
                <a:t>→ mögliche Verzögerungen</a:t>
              </a:r>
              <a:endParaRPr lang="en-US" sz="2100" kern="1200" dirty="0"/>
            </a:p>
          </p:txBody>
        </p:sp>
        <p:sp>
          <p:nvSpPr>
            <p:cNvPr id="8" name="Ellipse 7" descr="Blitz mit einfarbiger Füllung">
              <a:extLst>
                <a:ext uri="{FF2B5EF4-FFF2-40B4-BE49-F238E27FC236}">
                  <a16:creationId xmlns:a16="http://schemas.microsoft.com/office/drawing/2014/main" id="{B394CF99-2DED-914A-7E62-73A184070A7D}"/>
                </a:ext>
              </a:extLst>
            </p:cNvPr>
            <p:cNvSpPr/>
            <p:nvPr/>
          </p:nvSpPr>
          <p:spPr>
            <a:xfrm>
              <a:off x="2485170" y="1486824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B709446-B468-90A7-4EDD-0AF09EB522AE}"/>
              </a:ext>
            </a:extLst>
          </p:cNvPr>
          <p:cNvGrpSpPr/>
          <p:nvPr/>
        </p:nvGrpSpPr>
        <p:grpSpPr>
          <a:xfrm>
            <a:off x="2488422" y="2200566"/>
            <a:ext cx="8022459" cy="730512"/>
            <a:chOff x="2483459" y="2505368"/>
            <a:chExt cx="8022459" cy="730512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6DDF6A79-56CD-C182-2125-84E94F67960F}"/>
                </a:ext>
              </a:extLst>
            </p:cNvPr>
            <p:cNvSpPr/>
            <p:nvPr/>
          </p:nvSpPr>
          <p:spPr>
            <a:xfrm>
              <a:off x="3209006" y="2505368"/>
              <a:ext cx="7296912" cy="730512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1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/>
                <a:t>Unklare Tool-Auswahl </a:t>
              </a:r>
              <a:r>
                <a:rPr lang="de-CH" sz="2100" kern="1200" dirty="0"/>
                <a:t>→ falscher Developer Hub</a:t>
              </a:r>
              <a:endParaRPr lang="en-US" sz="2100" kern="1200" dirty="0"/>
            </a:p>
          </p:txBody>
        </p:sp>
        <p:sp>
          <p:nvSpPr>
            <p:cNvPr id="10" name="Ellipse 9" descr="Klemmbrett nur Kreuze mit einfarbiger Füllung">
              <a:extLst>
                <a:ext uri="{FF2B5EF4-FFF2-40B4-BE49-F238E27FC236}">
                  <a16:creationId xmlns:a16="http://schemas.microsoft.com/office/drawing/2014/main" id="{2F14C127-88CE-9D04-A514-963734F021D8}"/>
                </a:ext>
              </a:extLst>
            </p:cNvPr>
            <p:cNvSpPr/>
            <p:nvPr/>
          </p:nvSpPr>
          <p:spPr>
            <a:xfrm>
              <a:off x="2483459" y="2505368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71B5FE1-D7B4-727D-ED90-8E09D6DF1C24}"/>
              </a:ext>
            </a:extLst>
          </p:cNvPr>
          <p:cNvGrpSpPr/>
          <p:nvPr/>
        </p:nvGrpSpPr>
        <p:grpSpPr>
          <a:xfrm>
            <a:off x="2495399" y="3135547"/>
            <a:ext cx="8015482" cy="730511"/>
            <a:chOff x="2485027" y="3523912"/>
            <a:chExt cx="8015482" cy="730511"/>
          </a:xfrm>
        </p:grpSpPr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74A4B17-98B2-684D-4171-0387D08D95FD}"/>
                </a:ext>
              </a:extLst>
            </p:cNvPr>
            <p:cNvSpPr/>
            <p:nvPr/>
          </p:nvSpPr>
          <p:spPr>
            <a:xfrm>
              <a:off x="3203597" y="3523912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/>
                <a:t>Integration der </a:t>
              </a:r>
              <a:r>
                <a:rPr lang="de-CH" sz="2100" b="1" kern="1200" dirty="0" err="1"/>
                <a:t>Repositories</a:t>
              </a:r>
              <a:r>
                <a:rPr lang="de-CH" sz="2100" b="1" kern="1200" dirty="0"/>
                <a:t> </a:t>
              </a:r>
              <a:r>
                <a:rPr lang="de-CH" sz="2100" kern="1200" dirty="0"/>
                <a:t>→ unterschiedliche Strukturen</a:t>
              </a:r>
              <a:endParaRPr lang="en-US" sz="2100" kern="1200" dirty="0"/>
            </a:p>
          </p:txBody>
        </p:sp>
        <p:sp>
          <p:nvSpPr>
            <p:cNvPr id="12" name="Ellipse 11" descr="Zahnräder mit einfarbiger Füllung">
              <a:extLst>
                <a:ext uri="{FF2B5EF4-FFF2-40B4-BE49-F238E27FC236}">
                  <a16:creationId xmlns:a16="http://schemas.microsoft.com/office/drawing/2014/main" id="{676B0E24-D838-C1A7-1C67-EA9FDE046D71}"/>
                </a:ext>
              </a:extLst>
            </p:cNvPr>
            <p:cNvSpPr/>
            <p:nvPr/>
          </p:nvSpPr>
          <p:spPr>
            <a:xfrm>
              <a:off x="2485027" y="3523913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537E4BE-0824-1606-61C0-03B3E7AE02F3}"/>
              </a:ext>
            </a:extLst>
          </p:cNvPr>
          <p:cNvGrpSpPr/>
          <p:nvPr/>
        </p:nvGrpSpPr>
        <p:grpSpPr>
          <a:xfrm>
            <a:off x="2473087" y="4070527"/>
            <a:ext cx="8027422" cy="735947"/>
            <a:chOff x="2473087" y="4537019"/>
            <a:chExt cx="8027422" cy="735947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A98054A1-3FB9-804A-FD61-8A6ED4295EB5}"/>
                </a:ext>
              </a:extLst>
            </p:cNvPr>
            <p:cNvSpPr/>
            <p:nvPr/>
          </p:nvSpPr>
          <p:spPr>
            <a:xfrm>
              <a:off x="3203597" y="4542455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/>
                <a:t>Zeitmanagement</a:t>
              </a:r>
              <a:r>
                <a:rPr lang="de-CH" sz="2100" kern="1200" dirty="0"/>
                <a:t> → begrenzter Projektumfang</a:t>
              </a:r>
              <a:endParaRPr lang="en-US" sz="2100" kern="1200" dirty="0"/>
            </a:p>
          </p:txBody>
        </p:sp>
        <p:sp>
          <p:nvSpPr>
            <p:cNvPr id="14" name="Ellipse 13" descr="Tageskalender Silhouette">
              <a:extLst>
                <a:ext uri="{FF2B5EF4-FFF2-40B4-BE49-F238E27FC236}">
                  <a16:creationId xmlns:a16="http://schemas.microsoft.com/office/drawing/2014/main" id="{E058AA40-01F9-2F41-489F-B0983D64E86C}"/>
                </a:ext>
              </a:extLst>
            </p:cNvPr>
            <p:cNvSpPr/>
            <p:nvPr/>
          </p:nvSpPr>
          <p:spPr>
            <a:xfrm>
              <a:off x="2473087" y="4537019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5D82EEFE-7128-644D-1D30-D221E577490D}"/>
              </a:ext>
            </a:extLst>
          </p:cNvPr>
          <p:cNvGrpSpPr/>
          <p:nvPr/>
        </p:nvGrpSpPr>
        <p:grpSpPr>
          <a:xfrm>
            <a:off x="2473087" y="5016379"/>
            <a:ext cx="8027422" cy="735946"/>
            <a:chOff x="2473087" y="5550125"/>
            <a:chExt cx="8027422" cy="735946"/>
          </a:xfrm>
        </p:grpSpPr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C7A6CC5-22F9-13B5-C6DA-77BB65146355}"/>
                </a:ext>
              </a:extLst>
            </p:cNvPr>
            <p:cNvSpPr/>
            <p:nvPr/>
          </p:nvSpPr>
          <p:spPr>
            <a:xfrm>
              <a:off x="3203597" y="5550125"/>
              <a:ext cx="7296912" cy="730511"/>
            </a:xfrm>
            <a:custGeom>
              <a:avLst/>
              <a:gdLst>
                <a:gd name="csX0" fmla="*/ 0 w 7296912"/>
                <a:gd name="csY0" fmla="*/ 0 h 730510"/>
                <a:gd name="csX1" fmla="*/ 6931657 w 7296912"/>
                <a:gd name="csY1" fmla="*/ 0 h 730510"/>
                <a:gd name="csX2" fmla="*/ 7296912 w 7296912"/>
                <a:gd name="csY2" fmla="*/ 365255 h 730510"/>
                <a:gd name="csX3" fmla="*/ 6931657 w 7296912"/>
                <a:gd name="csY3" fmla="*/ 730510 h 730510"/>
                <a:gd name="csX4" fmla="*/ 0 w 7296912"/>
                <a:gd name="csY4" fmla="*/ 730510 h 730510"/>
                <a:gd name="csX5" fmla="*/ 0 w 7296912"/>
                <a:gd name="csY5" fmla="*/ 0 h 73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296912" h="730510">
                  <a:moveTo>
                    <a:pt x="7296912" y="730509"/>
                  </a:moveTo>
                  <a:lnTo>
                    <a:pt x="365255" y="730509"/>
                  </a:lnTo>
                  <a:lnTo>
                    <a:pt x="0" y="365255"/>
                  </a:lnTo>
                  <a:lnTo>
                    <a:pt x="365255" y="1"/>
                  </a:lnTo>
                  <a:lnTo>
                    <a:pt x="7296912" y="1"/>
                  </a:lnTo>
                  <a:lnTo>
                    <a:pt x="7296912" y="730509"/>
                  </a:lnTo>
                  <a:close/>
                </a:path>
              </a:pathLst>
            </a:custGeom>
            <a:solidFill>
              <a:srgbClr val="B2005E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4762" tIns="80011" rIns="149352" bIns="8001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100" b="1" kern="1200" dirty="0"/>
                <a:t>Datenschutz &amp; Sicherheit </a:t>
              </a:r>
              <a:r>
                <a:rPr lang="de-CH" sz="2100" kern="1200" dirty="0"/>
                <a:t>→ kontrollierter Zugriff notwendig</a:t>
              </a:r>
              <a:endParaRPr lang="en-US" sz="2100" kern="1200" dirty="0"/>
            </a:p>
          </p:txBody>
        </p:sp>
        <p:sp>
          <p:nvSpPr>
            <p:cNvPr id="16" name="Ellipse 15" descr="Polizist mit einfarbiger Füllung">
              <a:extLst>
                <a:ext uri="{FF2B5EF4-FFF2-40B4-BE49-F238E27FC236}">
                  <a16:creationId xmlns:a16="http://schemas.microsoft.com/office/drawing/2014/main" id="{EF84DECB-E9F6-D3D3-889C-1BCD98DB36B6}"/>
                </a:ext>
              </a:extLst>
            </p:cNvPr>
            <p:cNvSpPr/>
            <p:nvPr/>
          </p:nvSpPr>
          <p:spPr>
            <a:xfrm>
              <a:off x="2473087" y="5555561"/>
              <a:ext cx="730510" cy="730510"/>
            </a:xfrm>
            <a:prstGeom prst="ellipse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3627710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9DACD-B33E-A58B-D35C-42211EEA2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de-DE" sz="6000" i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„Sortiert, nicht geschüttelt.“</a:t>
            </a:r>
            <a:endParaRPr lang="de-CH" sz="60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E1E996-2388-72F5-9AC5-9874FCE99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73310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C2C9A-075F-7A9B-7CE9-F044B501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C25AD-50E0-14EC-09E5-62B1EB20B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Vielen Dank für eure Aufmerksamkeit!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6B151-AF18-AC6F-90C1-975D2DA9A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Habt ihr noch Fragen?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524AA00-A745-D9FE-020C-68C702930DC8}"/>
              </a:ext>
            </a:extLst>
          </p:cNvPr>
          <p:cNvSpPr/>
          <p:nvPr/>
        </p:nvSpPr>
        <p:spPr>
          <a:xfrm>
            <a:off x="-96688" y="-99392"/>
            <a:ext cx="12385375" cy="705678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6501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fracture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f0dd11dbc84844e623841b9d988f52e3f6c3e6"/>
</p:tagLst>
</file>

<file path=ppt/theme/theme1.xml><?xml version="1.0" encoding="utf-8"?>
<a:theme xmlns:a="http://schemas.openxmlformats.org/drawingml/2006/main" name="vorlage_iseag_sharepoint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94BFFB14-EC45-4CF3-B3D3-C427F2236913}" vid="{8BE920F8-CEFC-4424-9C2B-A7902A59F7D4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Larissa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1C04FA0C3EA4C4EB79965F54D2B0AD9" ma:contentTypeVersion="11" ma:contentTypeDescription="Ein neues Dokument erstellen." ma:contentTypeScope="" ma:versionID="1a7d174cd5faf5ef6b054dddf0e89875">
  <xsd:schema xmlns:xsd="http://www.w3.org/2001/XMLSchema" xmlns:xs="http://www.w3.org/2001/XMLSchema" xmlns:p="http://schemas.microsoft.com/office/2006/metadata/properties" xmlns:ns2="e7ffa9ce-e981-4548-8a3e-faca0f49a4d8" xmlns:ns3="7be58b5b-80ee-492e-9755-b8415aeb0c6e" targetNamespace="http://schemas.microsoft.com/office/2006/metadata/properties" ma:root="true" ma:fieldsID="803790f66b3761d819889db172bfb3d4" ns2:_="" ns3:_="">
    <xsd:import namespace="e7ffa9ce-e981-4548-8a3e-faca0f49a4d8"/>
    <xsd:import namespace="7be58b5b-80ee-492e-9755-b8415aeb0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ffa9ce-e981-4548-8a3e-faca0f49a4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58b5b-80ee-492e-9755-b8415aeb0c6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A76868-AAE2-4F25-B452-7786FDB1DE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ffa9ce-e981-4548-8a3e-faca0f49a4d8"/>
    <ds:schemaRef ds:uri="7be58b5b-80ee-492e-9755-b8415aeb0c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86E0AB-C1DF-4A15-8074-DBDDB971A0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023006-0748-4764-B283-7666ECC4D566}">
  <ds:schemaRefs>
    <ds:schemaRef ds:uri="http://schemas.microsoft.com/office/2006/metadata/properties"/>
    <ds:schemaRef ds:uri="http://schemas.microsoft.com/office/infopath/2007/PartnerControls"/>
    <ds:schemaRef ds:uri="7be58b5b-80ee-492e-9755-b8415aeb0c6e"/>
    <ds:schemaRef ds:uri="9f065a27-06bf-47ac-8c93-5e3e5607cd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ISE AG_PowerPoint Vorlage_Berufsschule</Template>
  <TotalTime>0</TotalTime>
  <Words>312</Words>
  <Application>Microsoft Office PowerPoint</Application>
  <PresentationFormat>Breitbild</PresentationFormat>
  <Paragraphs>71</Paragraphs>
  <Slides>11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Mongolian Baiti</vt:lpstr>
      <vt:lpstr>Calibri</vt:lpstr>
      <vt:lpstr>Zurich Cn BT</vt:lpstr>
      <vt:lpstr>Arial</vt:lpstr>
      <vt:lpstr>Zurich LtCn BT</vt:lpstr>
      <vt:lpstr>Aptos</vt:lpstr>
      <vt:lpstr>vorlage_iseag_sharepoint</vt:lpstr>
      <vt:lpstr> </vt:lpstr>
      <vt:lpstr> Chaos pur</vt:lpstr>
      <vt:lpstr>Chaos pur geschüttelt, nicht sortiert.</vt:lpstr>
      <vt:lpstr>Kick-off Semesterarbeit 5 PoC: Kubernetes-basierter Developer Hub</vt:lpstr>
      <vt:lpstr>Ausgangslage</vt:lpstr>
      <vt:lpstr>Ausgangslage</vt:lpstr>
      <vt:lpstr>Zielbild</vt:lpstr>
      <vt:lpstr>Ziele</vt:lpstr>
      <vt:lpstr>Risiken</vt:lpstr>
      <vt:lpstr>„Sortiert, nicht geschüttelt.“</vt:lpstr>
      <vt:lpstr>Vielen Dank für eure Aufmerksamkeit!</vt:lpstr>
    </vt:vector>
  </TitlesOfParts>
  <Company>ISE AG Informatik Solutions Einsiedeln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Schneider Miguel</dc:creator>
  <cp:lastModifiedBy>Schneider Miguel</cp:lastModifiedBy>
  <cp:revision>1</cp:revision>
  <cp:lastPrinted>2020-03-18T06:37:58Z</cp:lastPrinted>
  <dcterms:created xsi:type="dcterms:W3CDTF">2026-05-05T13:02:41Z</dcterms:created>
  <dcterms:modified xsi:type="dcterms:W3CDTF">2026-05-06T07:34:16Z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0x010100F1C04FA0C3EA4C4EB79965F54D2B0AD9</vt:lpwstr>
  </property>
  <property fmtid="{D5CDD505-2E9C-101B-9397-08002B2CF9AE}" pid="3" name="_dlc_DocIdItemGuid">
    <vt:lpwstr>e69d5fd0-4d66-45c5-a98a-35a221ed5c0c</vt:lpwstr>
  </property>
  <property fmtid="{D5CDD505-2E9C-101B-9397-08002B2CF9AE}" pid="4" name="Metatags">
    <vt:lpwstr>1;#Kundendokument|fdf38da3-846a-4ae4-943e-b3158fd51a4c</vt:lpwstr>
  </property>
  <property fmtid="{D5CDD505-2E9C-101B-9397-08002B2CF9AE}" pid="5" name="Order">
    <vt:r8>1211300</vt:r8>
  </property>
  <property fmtid="{D5CDD505-2E9C-101B-9397-08002B2CF9AE}" pid="6" name="AuthorIds_UIVersion_1536">
    <vt:lpwstr>28</vt:lpwstr>
  </property>
  <property fmtid="{D5CDD505-2E9C-101B-9397-08002B2CF9AE}" pid="7" name="MediaServiceImageTags">
    <vt:lpwstr/>
  </property>
</Properties>
</file>